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89" r:id="rId2"/>
  </p:sldMasterIdLst>
  <p:notesMasterIdLst>
    <p:notesMasterId r:id="rId17"/>
  </p:notesMasterIdLst>
  <p:handoutMasterIdLst>
    <p:handoutMasterId r:id="rId18"/>
  </p:handoutMasterIdLst>
  <p:sldIdLst>
    <p:sldId id="256" r:id="rId3"/>
    <p:sldId id="258" r:id="rId4"/>
    <p:sldId id="259" r:id="rId5"/>
    <p:sldId id="260" r:id="rId6"/>
    <p:sldId id="261" r:id="rId7"/>
    <p:sldId id="262" r:id="rId8"/>
    <p:sldId id="263" r:id="rId9"/>
    <p:sldId id="264" r:id="rId10"/>
    <p:sldId id="265" r:id="rId11"/>
    <p:sldId id="266" r:id="rId12"/>
    <p:sldId id="271" r:id="rId13"/>
    <p:sldId id="267" r:id="rId14"/>
    <p:sldId id="268" r:id="rId15"/>
    <p:sldId id="270" r:id="rId16"/>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111" d="100"/>
          <a:sy n="111" d="100"/>
        </p:scale>
        <p:origin x="750" y="96"/>
      </p:cViewPr>
      <p:guideLst>
        <p:guide orient="horz" pos="2159"/>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en-US"/>
          </a:p>
        </p:txBody>
      </p:sp>
      <p:sp>
        <p:nvSpPr>
          <p:cNvPr id="3" name="Date Placeholder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en-US" smtClean="0"/>
              <a:t>6/10/2026</a:t>
            </a:fld>
            <a:endParaRPr lang="en-US"/>
          </a:p>
        </p:txBody>
      </p:sp>
      <p:sp>
        <p:nvSpPr>
          <p:cNvPr id="4" name="Footer Placeholder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en-US"/>
          </a:p>
        </p:txBody>
      </p:sp>
      <p:sp>
        <p:nvSpPr>
          <p:cNvPr id="5" name="Slide Number Placeholder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en-US"/>
          </a:p>
        </p:txBody>
      </p:sp>
      <p:sp>
        <p:nvSpPr>
          <p:cNvPr id="3" name="Slide Number Placeholder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en-US" smtClean="0"/>
              <a:t>6/10/2026</a:t>
            </a:fld>
            <a:endParaRPr lang="en-US"/>
          </a:p>
        </p:txBody>
      </p:sp>
      <p:sp>
        <p:nvSpPr>
          <p:cNvPr id="4" name="Slide Image Placehoder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en-US"/>
          </a:p>
        </p:txBody>
      </p:sp>
      <p:sp>
        <p:nvSpPr>
          <p:cNvPr id="5" name="Note Placeholder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slideMaster" Target="../slideMasters/slideMaster2.xml"/><Relationship Id="rId4" Type="http://schemas.openxmlformats.org/officeDocument/2006/relationships/tags" Target="../tags/tag4.xml"/><Relationship Id="rId9" Type="http://schemas.openxmlformats.org/officeDocument/2006/relationships/tags" Target="../tags/tag9.xml"/></Relationships>
</file>

<file path=ppt/slideLayouts/_rels/slideLayout28.xml.rels><?xml version="1.0" encoding="UTF-8" standalone="yes"?>
<Relationships xmlns="http://schemas.openxmlformats.org/package/2006/relationships"><Relationship Id="rId3" Type="http://schemas.openxmlformats.org/officeDocument/2006/relationships/tags" Target="../tags/tag12.xml"/><Relationship Id="rId7" Type="http://schemas.openxmlformats.org/officeDocument/2006/relationships/slideMaster" Target="../slideMasters/slideMaster2.xml"/><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s>
</file>

<file path=ppt/slideLayouts/_rels/slideLayout29.xml.rels><?xml version="1.0" encoding="UTF-8" standalone="yes"?>
<Relationships xmlns="http://schemas.openxmlformats.org/package/2006/relationships"><Relationship Id="rId8" Type="http://schemas.openxmlformats.org/officeDocument/2006/relationships/tags" Target="../tags/tag23.xml"/><Relationship Id="rId3" Type="http://schemas.openxmlformats.org/officeDocument/2006/relationships/tags" Target="../tags/tag18.xml"/><Relationship Id="rId7" Type="http://schemas.openxmlformats.org/officeDocument/2006/relationships/tags" Target="../tags/tag22.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9"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tags" Target="../tags/tag24.xml"/><Relationship Id="rId5" Type="http://schemas.openxmlformats.org/officeDocument/2006/relationships/slideMaster" Target="../slideMasters/slideMaster2.xml"/><Relationship Id="rId4" Type="http://schemas.openxmlformats.org/officeDocument/2006/relationships/tags" Target="../tags/tag27.xml"/></Relationships>
</file>

<file path=ppt/slideLayouts/_rels/slideLayout31.xml.rels><?xml version="1.0" encoding="UTF-8" standalone="yes"?>
<Relationships xmlns="http://schemas.openxmlformats.org/package/2006/relationships"><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slideMaster" Target="../slideMasters/slideMaster2.xml"/><Relationship Id="rId5" Type="http://schemas.openxmlformats.org/officeDocument/2006/relationships/tags" Target="../tags/tag32.xml"/><Relationship Id="rId4" Type="http://schemas.openxmlformats.org/officeDocument/2006/relationships/tags" Target="../tags/tag31.xml"/></Relationships>
</file>

<file path=ppt/slideLayouts/_rels/slideLayout32.xml.rels><?xml version="1.0" encoding="UTF-8" standalone="yes"?>
<Relationships xmlns="http://schemas.openxmlformats.org/package/2006/relationships"><Relationship Id="rId8" Type="http://schemas.openxmlformats.org/officeDocument/2006/relationships/tags" Target="../tags/tag40.xml"/><Relationship Id="rId3" Type="http://schemas.openxmlformats.org/officeDocument/2006/relationships/tags" Target="../tags/tag35.xml"/><Relationship Id="rId7" Type="http://schemas.openxmlformats.org/officeDocument/2006/relationships/tags" Target="../tags/tag39.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tags" Target="../tags/tag38.xml"/><Relationship Id="rId5" Type="http://schemas.openxmlformats.org/officeDocument/2006/relationships/tags" Target="../tags/tag37.xml"/><Relationship Id="rId10" Type="http://schemas.openxmlformats.org/officeDocument/2006/relationships/slideMaster" Target="../slideMasters/slideMaster2.xml"/><Relationship Id="rId4" Type="http://schemas.openxmlformats.org/officeDocument/2006/relationships/tags" Target="../tags/tag36.xml"/><Relationship Id="rId9" Type="http://schemas.openxmlformats.org/officeDocument/2006/relationships/tags" Target="../tags/tag4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322962"/>
            <a:ext cx="9144000" cy="2187001"/>
          </a:xfrm>
        </p:spPr>
        <p:txBody>
          <a:bodyPr anchor="b">
            <a:normAutofit/>
          </a:bodyPr>
          <a:lstStyle>
            <a:lvl1pPr algn="ctr">
              <a:lnSpc>
                <a:spcPct val="130000"/>
              </a:lnSpc>
              <a:defRPr sz="6000">
                <a:effectLst/>
                <a:latin typeface="+mn-lt"/>
              </a:defRPr>
            </a:lvl1pPr>
          </a:lstStyle>
          <a:p>
            <a:r>
              <a:rPr lang="en-US" dirty="0"/>
              <a:t>Click to edit Master title style</a:t>
            </a:r>
          </a:p>
        </p:txBody>
      </p:sp>
      <p:sp>
        <p:nvSpPr>
          <p:cNvPr id="4" name="Date Placeholder  3"/>
          <p:cNvSpPr>
            <a:spLocks noGrp="1"/>
          </p:cNvSpPr>
          <p:nvPr>
            <p:ph type="dt" sz="half" idx="10"/>
          </p:nvPr>
        </p:nvSpPr>
        <p:spPr/>
        <p:txBody>
          <a:bodyPr/>
          <a:lstStyle/>
          <a:p>
            <a:fld id="{760FBDFE-C587-4B4C-A407-44438C67B59E}" type="datetimeFigureOut">
              <a:rPr lang="en-US" smtClean="0"/>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a:t>
            </a:fld>
            <a:endParaRPr lang="en-US"/>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2400">
                <a:solidFill>
                  <a:schemeClr val="tx1">
                    <a:lumMod val="75000"/>
                    <a:lumOff val="25000"/>
                  </a:schemeClr>
                </a:solidFill>
                <a:effectLst/>
                <a:latin typeface="+mn-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47700" y="258445"/>
            <a:ext cx="10515600" cy="1325563"/>
          </a:xfrm>
        </p:spPr>
        <p:txBody>
          <a:bodyPr anchor="ctr" anchorCtr="0">
            <a:normAutofit/>
          </a:bodyPr>
          <a:lstStyle>
            <a:lvl1pPr>
              <a:defRPr sz="4400" b="1">
                <a:effectLst/>
                <a:latin typeface="+mj-lt"/>
              </a:defRPr>
            </a:lvl1pPr>
          </a:lstStyle>
          <a:p>
            <a:r>
              <a:rPr lang="en-US" dirty="0"/>
              <a:t>Click to edit Master title style</a:t>
            </a:r>
          </a:p>
        </p:txBody>
      </p:sp>
      <p:sp>
        <p:nvSpPr>
          <p:cNvPr id="3" name="Content Placeholder 2"/>
          <p:cNvSpPr>
            <a:spLocks noGrp="1"/>
          </p:cNvSpPr>
          <p:nvPr>
            <p:ph idx="1"/>
          </p:nvPr>
        </p:nvSpPr>
        <p:spPr>
          <a:xfrm>
            <a:off x="647700" y="1825625"/>
            <a:ext cx="10515600" cy="4351338"/>
          </a:xfrm>
        </p:spPr>
        <p:txBody>
          <a:bodyPr>
            <a:normAutofit/>
          </a:bodyPr>
          <a:lstStyle>
            <a:lvl1pPr>
              <a:defRPr sz="2800">
                <a:solidFill>
                  <a:schemeClr val="tx1">
                    <a:lumMod val="75000"/>
                    <a:lumOff val="25000"/>
                  </a:schemeClr>
                </a:solidFill>
                <a:latin typeface="+mn-lt"/>
                <a:cs typeface="Calibri Light" panose="020F0302020204030204" pitchFamily="34" charset="0"/>
              </a:defRPr>
            </a:lvl1pPr>
            <a:lvl2pPr>
              <a:defRPr sz="2400">
                <a:solidFill>
                  <a:schemeClr val="tx1">
                    <a:lumMod val="75000"/>
                    <a:lumOff val="25000"/>
                  </a:schemeClr>
                </a:solidFill>
                <a:latin typeface="+mn-lt"/>
                <a:cs typeface="Calibri Light" panose="020F0302020204030204" pitchFamily="34" charset="0"/>
              </a:defRPr>
            </a:lvl2pPr>
            <a:lvl3pPr>
              <a:defRPr sz="2000">
                <a:solidFill>
                  <a:schemeClr val="tx1">
                    <a:lumMod val="75000"/>
                    <a:lumOff val="25000"/>
                  </a:schemeClr>
                </a:solidFill>
                <a:latin typeface="+mn-lt"/>
                <a:cs typeface="Calibri Light" panose="020F0302020204030204" pitchFamily="34" charset="0"/>
              </a:defRPr>
            </a:lvl3pPr>
            <a:lvl4pPr>
              <a:defRPr sz="1800">
                <a:solidFill>
                  <a:schemeClr val="tx1">
                    <a:lumMod val="75000"/>
                    <a:lumOff val="25000"/>
                  </a:schemeClr>
                </a:solidFill>
                <a:latin typeface="+mn-lt"/>
                <a:cs typeface="Calibri Light" panose="020F0302020204030204" pitchFamily="34" charset="0"/>
              </a:defRPr>
            </a:lvl4pPr>
            <a:lvl5pPr>
              <a:defRPr sz="1800">
                <a:solidFill>
                  <a:schemeClr val="tx1">
                    <a:lumMod val="75000"/>
                    <a:lumOff val="25000"/>
                  </a:schemeClr>
                </a:solidFill>
                <a:latin typeface="+mn-lt"/>
                <a:cs typeface="Calibri Light" panose="020F0302020204030204" pitchFamily="34" charset="0"/>
              </a:defRPr>
            </a:lvl5pPr>
          </a:lstStyle>
          <a:p>
            <a:pPr lvl="0"/>
            <a:r>
              <a:rPr lang="en-US" dirty="0"/>
              <a:t>Click to edit Master text styles</a:t>
            </a:r>
          </a:p>
          <a:p>
            <a:pPr lvl="1"/>
            <a:r>
              <a:rPr lang="en-US" dirty="0"/>
              <a:t>Second level </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760FBDFE-C587-4B4C-A407-44438C67B59E}" type="datetimeFigureOut">
              <a:rPr lang="en-US" smtClean="0"/>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3750945"/>
            <a:ext cx="9843135" cy="811530"/>
          </a:xfrm>
        </p:spPr>
        <p:txBody>
          <a:bodyPr anchor="b">
            <a:noAutofit/>
          </a:bodyPr>
          <a:lstStyle>
            <a:lvl1pPr>
              <a:defRPr sz="6000">
                <a:effectLst/>
              </a:defRPr>
            </a:lvl1pPr>
          </a:lstStyle>
          <a:p>
            <a:r>
              <a:rPr lang="en-US" dirty="0">
                <a:sym typeface="+mn-ea"/>
              </a:rPr>
              <a:t>Click to edit Master title style</a:t>
            </a:r>
          </a:p>
        </p:txBody>
      </p:sp>
      <p:sp>
        <p:nvSpPr>
          <p:cNvPr id="3" name="Text Placeholder 2"/>
          <p:cNvSpPr>
            <a:spLocks noGrp="1"/>
          </p:cNvSpPr>
          <p:nvPr>
            <p:ph type="body" idx="1"/>
          </p:nvPr>
        </p:nvSpPr>
        <p:spPr>
          <a:xfrm>
            <a:off x="831850" y="4610028"/>
            <a:ext cx="7321550" cy="647555"/>
          </a:xfrm>
        </p:spPr>
        <p:txBody>
          <a:bodyPr>
            <a:noAutofit/>
          </a:bodyPr>
          <a:lstStyle>
            <a:lvl1pPr marL="0" indent="0">
              <a:buNone/>
              <a:defRPr sz="24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Slide Number Placeholder 3"/>
          <p:cNvSpPr>
            <a:spLocks noGrp="1"/>
          </p:cNvSpPr>
          <p:nvPr>
            <p:ph type="dt" sz="half" idx="10"/>
          </p:nvPr>
        </p:nvSpPr>
        <p:spPr/>
        <p:txBody>
          <a:bodyPr/>
          <a:lstStyle/>
          <a:p>
            <a:fld id="{760FBDFE-C587-4B4C-A407-44438C67B59E}" type="datetimeFigureOut">
              <a:rPr lang="en-US" smtClean="0"/>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47700" y="258445"/>
            <a:ext cx="10515600" cy="1325563"/>
          </a:xfrm>
        </p:spPr>
        <p:txBody>
          <a:bodyPr>
            <a:normAutofit/>
          </a:bodyPr>
          <a:lstStyle>
            <a:lvl1pPr>
              <a:defRPr sz="4400" b="0" i="0">
                <a:effectLst/>
              </a:defRPr>
            </a:lvl1pPr>
          </a:lstStyle>
          <a:p>
            <a:r>
              <a:rPr lang="en-US" dirty="0">
                <a:sym typeface="+mn-ea"/>
              </a:rPr>
              <a:t>Click to edit Master title style</a:t>
            </a:r>
            <a:endParaRPr lang="en-US" dirty="0"/>
          </a:p>
        </p:txBody>
      </p:sp>
      <p:sp>
        <p:nvSpPr>
          <p:cNvPr id="3" name="Content Placeholder 2"/>
          <p:cNvSpPr>
            <a:spLocks noGrp="1"/>
          </p:cNvSpPr>
          <p:nvPr>
            <p:ph sz="half" idx="1"/>
          </p:nvPr>
        </p:nvSpPr>
        <p:spPr>
          <a:xfrm>
            <a:off x="647700" y="1825625"/>
            <a:ext cx="5181600" cy="4351338"/>
          </a:xfrm>
        </p:spPr>
        <p:txBody>
          <a:bodyPr>
            <a:normAutofit/>
          </a:bodyPr>
          <a:lstStyle>
            <a:lvl1pPr>
              <a:lnSpc>
                <a:spcPct val="150000"/>
              </a:lnSpc>
              <a:defRPr sz="2800">
                <a:solidFill>
                  <a:schemeClr val="tx1">
                    <a:lumMod val="75000"/>
                    <a:lumOff val="25000"/>
                  </a:schemeClr>
                </a:solidFill>
                <a:latin typeface="+mn-lt"/>
                <a:cs typeface="Calibri Light" panose="020F0302020204030204" pitchFamily="34" charset="0"/>
              </a:defRPr>
            </a:lvl1pPr>
            <a:lvl2pPr>
              <a:lnSpc>
                <a:spcPct val="150000"/>
              </a:lnSpc>
              <a:defRPr sz="2400">
                <a:solidFill>
                  <a:schemeClr val="tx1">
                    <a:lumMod val="75000"/>
                    <a:lumOff val="25000"/>
                  </a:schemeClr>
                </a:solidFill>
                <a:latin typeface="+mn-lt"/>
                <a:cs typeface="Calibri Light" panose="020F0302020204030204" pitchFamily="34" charset="0"/>
              </a:defRPr>
            </a:lvl2pPr>
            <a:lvl3pPr>
              <a:lnSpc>
                <a:spcPct val="150000"/>
              </a:lnSpc>
              <a:defRPr sz="2000">
                <a:solidFill>
                  <a:schemeClr val="tx1">
                    <a:lumMod val="75000"/>
                    <a:lumOff val="25000"/>
                  </a:schemeClr>
                </a:solidFill>
                <a:latin typeface="+mn-lt"/>
                <a:cs typeface="Calibri Light" panose="020F0302020204030204" pitchFamily="34" charset="0"/>
              </a:defRPr>
            </a:lvl3pPr>
            <a:lvl4pPr>
              <a:lnSpc>
                <a:spcPct val="150000"/>
              </a:lnSpc>
              <a:defRPr sz="1800">
                <a:solidFill>
                  <a:schemeClr val="tx1">
                    <a:lumMod val="75000"/>
                    <a:lumOff val="25000"/>
                  </a:schemeClr>
                </a:solidFill>
                <a:latin typeface="+mn-lt"/>
                <a:cs typeface="Calibri Light" panose="020F0302020204030204" pitchFamily="34" charset="0"/>
              </a:defRPr>
            </a:lvl4pPr>
            <a:lvl5pPr>
              <a:lnSpc>
                <a:spcPct val="150000"/>
              </a:lnSpc>
              <a:defRPr sz="1800">
                <a:solidFill>
                  <a:schemeClr val="tx1">
                    <a:lumMod val="75000"/>
                    <a:lumOff val="25000"/>
                  </a:schemeClr>
                </a:solidFill>
                <a:latin typeface="+mn-lt"/>
                <a:cs typeface="Calibri Light" panose="020F03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981700" y="1825625"/>
            <a:ext cx="5181600" cy="4351338"/>
          </a:xfrm>
        </p:spPr>
        <p:txBody>
          <a:bodyPr>
            <a:normAutofit/>
          </a:bodyPr>
          <a:lstStyle>
            <a:lvl1pPr>
              <a:lnSpc>
                <a:spcPct val="150000"/>
              </a:lnSpc>
              <a:defRPr kumimoji="0" lang="en-US" sz="2800" b="0" i="0" u="none" strike="noStrike" kern="1200" cap="none" spc="0" normalizeH="0" baseline="0" noProof="1" dirty="0">
                <a:solidFill>
                  <a:schemeClr val="tx1">
                    <a:lumMod val="75000"/>
                    <a:lumOff val="25000"/>
                  </a:schemeClr>
                </a:solidFill>
                <a:latin typeface="+mn-lt"/>
                <a:ea typeface="+mn-ea"/>
                <a:cs typeface="+mn-cs"/>
              </a:defRPr>
            </a:lvl1pPr>
            <a:lvl2pPr>
              <a:lnSpc>
                <a:spcPct val="150000"/>
              </a:lnSpc>
              <a:defRPr sz="2400">
                <a:solidFill>
                  <a:schemeClr val="tx1">
                    <a:lumMod val="75000"/>
                    <a:lumOff val="25000"/>
                  </a:schemeClr>
                </a:solidFill>
                <a:latin typeface="+mn-lt"/>
              </a:defRPr>
            </a:lvl2pPr>
            <a:lvl3pPr>
              <a:lnSpc>
                <a:spcPct val="150000"/>
              </a:lnSpc>
              <a:defRPr sz="2000">
                <a:solidFill>
                  <a:schemeClr val="tx1">
                    <a:lumMod val="75000"/>
                    <a:lumOff val="25000"/>
                  </a:schemeClr>
                </a:solidFill>
                <a:latin typeface="+mn-lt"/>
              </a:defRPr>
            </a:lvl3pPr>
            <a:lvl4pPr>
              <a:lnSpc>
                <a:spcPct val="150000"/>
              </a:lnSpc>
              <a:defRPr sz="2000">
                <a:solidFill>
                  <a:schemeClr val="tx1">
                    <a:lumMod val="75000"/>
                    <a:lumOff val="25000"/>
                  </a:schemeClr>
                </a:solidFill>
                <a:latin typeface="+mn-lt"/>
              </a:defRPr>
            </a:lvl4pPr>
            <a:lvl5pPr>
              <a:lnSpc>
                <a:spcPct val="150000"/>
              </a:lnSpc>
              <a:defRPr sz="2000">
                <a:solidFill>
                  <a:schemeClr val="tx1">
                    <a:lumMod val="75000"/>
                    <a:lumOff val="25000"/>
                  </a:schemeClr>
                </a:solidFill>
                <a:latin typeface="+mn-lt"/>
              </a:defRPr>
            </a:lvl5pPr>
          </a:lstStyle>
          <a:p>
            <a:pPr lvl="0"/>
            <a:r>
              <a:rPr lang="en-US" dirty="0"/>
              <a:t>Click to edit Master text styles</a:t>
            </a:r>
          </a:p>
          <a:p>
            <a:pPr lvl="1"/>
            <a:r>
              <a:rPr lang="en-US" dirty="0">
                <a:sym typeface="+mn-ea"/>
              </a:rPr>
              <a:t>Second level</a:t>
            </a:r>
            <a:endParaRPr lang="en-US" dirty="0"/>
          </a:p>
          <a:p>
            <a:pPr lvl="2"/>
            <a:r>
              <a:rPr lang="en-US" dirty="0">
                <a:sym typeface="+mn-ea"/>
              </a:rPr>
              <a:t>Third level</a:t>
            </a:r>
            <a:endParaRPr lang="en-US" dirty="0"/>
          </a:p>
          <a:p>
            <a:pPr lvl="3"/>
            <a:r>
              <a:rPr lang="en-US" dirty="0">
                <a:sym typeface="+mn-ea"/>
              </a:rPr>
              <a:t>Fourth level</a:t>
            </a:r>
            <a:endParaRPr lang="en-US" dirty="0"/>
          </a:p>
          <a:p>
            <a:pPr lvl="4"/>
            <a:r>
              <a:rPr lang="en-US" dirty="0">
                <a:sym typeface="+mn-ea"/>
              </a:rPr>
              <a:t>Fifth level</a:t>
            </a:r>
            <a:endParaRPr lang="en-US" dirty="0"/>
          </a:p>
        </p:txBody>
      </p:sp>
      <p:sp>
        <p:nvSpPr>
          <p:cNvPr id="5" name="Date Placeholder 4"/>
          <p:cNvSpPr>
            <a:spLocks noGrp="1"/>
          </p:cNvSpPr>
          <p:nvPr>
            <p:ph type="dt" sz="half" idx="10"/>
          </p:nvPr>
        </p:nvSpPr>
        <p:spPr/>
        <p:txBody>
          <a:bodyPr/>
          <a:lstStyle/>
          <a:p>
            <a:fld id="{760FBDFE-C587-4B4C-A407-44438C67B59E}" type="datetimeFigureOut">
              <a:rPr lang="en-US" smtClean="0"/>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AE70B2-8BF9-45C0-BB95-33D1B9D3A854}"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lvl1pPr>
              <a:defRPr sz="4400"/>
            </a:lvl1pPr>
          </a:lstStyle>
          <a:p>
            <a:r>
              <a:rPr lang="en-US" dirty="0">
                <a:sym typeface="+mn-ea"/>
              </a:rPr>
              <a:t>Click to edit Master title style</a:t>
            </a:r>
            <a:endParaRPr lang="en-US"/>
          </a:p>
        </p:txBody>
      </p:sp>
      <p:sp>
        <p:nvSpPr>
          <p:cNvPr id="3" name="Text Placeholder 2"/>
          <p:cNvSpPr>
            <a:spLocks noGrp="1"/>
          </p:cNvSpPr>
          <p:nvPr>
            <p:ph type="body" idx="1"/>
          </p:nvPr>
        </p:nvSpPr>
        <p:spPr>
          <a:xfrm>
            <a:off x="839788" y="1744961"/>
            <a:ext cx="5157787" cy="823912"/>
          </a:xfrm>
        </p:spPr>
        <p:txBody>
          <a:bodyPr anchor="b"/>
          <a:lstStyle>
            <a:lvl1pPr marL="0" indent="0">
              <a:buNone/>
              <a:defRPr sz="2400" b="1">
                <a:latin typeface="+mn-lt"/>
                <a:cs typeface="Calibri Light" panose="020F03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615609"/>
            <a:ext cx="5157787" cy="357405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atin typeface="+mn-lt"/>
                <a:cs typeface="Calibri Light" panose="020F03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内容占位符 5"/>
          <p:cNvSpPr>
            <a:spLocks noGrp="1"/>
          </p:cNvSpPr>
          <p:nvPr>
            <p:ph sz="quarter" idx="4"/>
          </p:nvPr>
        </p:nvSpPr>
        <p:spPr>
          <a:xfrm>
            <a:off x="6172200" y="2615609"/>
            <a:ext cx="5183188" cy="3574054"/>
          </a:xfrm>
        </p:spPr>
        <p:txBody>
          <a:bodyPr/>
          <a:lstStyle/>
          <a:p>
            <a:pPr lvl="0"/>
            <a:r>
              <a:rPr lang="en-US" dirty="0">
                <a:sym typeface="+mn-ea"/>
              </a:rPr>
              <a:t>Click to edit Master text styles</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760FBDFE-C587-4B4C-A407-44438C67B59E}" type="datetimeFigureOut">
              <a:rPr lang="en-US" smtClean="0"/>
              <a:t>6/10/2026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9AE70B2-8BF9-45C0-BB95-33D1B9D3A854}"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2766219"/>
            <a:ext cx="10515600" cy="1325563"/>
          </a:xfrm>
        </p:spPr>
        <p:txBody>
          <a:bodyPr>
            <a:normAutofit/>
          </a:bodyPr>
          <a:lstStyle>
            <a:lvl1pPr algn="ctr">
              <a:defRPr sz="4400" b="0">
                <a:effectLst/>
                <a:latin typeface="+mj-lt"/>
                <a:cs typeface="Calibri Light" panose="020F0302020204030204" pitchFamily="34" charset="0"/>
              </a:defRPr>
            </a:lvl1pPr>
          </a:lstStyle>
          <a:p>
            <a:r>
              <a:rPr lang="en-US" dirty="0"/>
              <a:t>Click to edit Master title style</a:t>
            </a:r>
          </a:p>
        </p:txBody>
      </p:sp>
      <p:sp>
        <p:nvSpPr>
          <p:cNvPr id="3" name="Date Placeholder 2"/>
          <p:cNvSpPr>
            <a:spLocks noGrp="1"/>
          </p:cNvSpPr>
          <p:nvPr>
            <p:ph type="dt" sz="half" idx="10"/>
          </p:nvPr>
        </p:nvSpPr>
        <p:spPr/>
        <p:txBody>
          <a:bodyPr/>
          <a:lstStyle/>
          <a:p>
            <a:fld id="{760FBDFE-C587-4B4C-A407-44438C67B59E}" type="datetimeFigureOut">
              <a:rPr lang="en-US" smtClean="0"/>
              <a:t>6/10/2026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AE70B2-8BF9-45C0-BB95-33D1B9D3A854}"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0FBDFE-C587-4B4C-A407-44438C67B59E}" type="datetimeFigureOut">
              <a:rPr lang="en-US" smtClean="0"/>
              <a:t>6/10/2026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9AE70B2-8BF9-45C0-BB95-33D1B9D3A854}"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6747" y="127000"/>
            <a:ext cx="4165200" cy="1600200"/>
          </a:xfrm>
        </p:spPr>
        <p:txBody>
          <a:bodyPr anchor="ctr" anchorCtr="0">
            <a:normAutofit/>
          </a:bodyPr>
          <a:lstStyle>
            <a:lvl1pPr>
              <a:defRPr sz="3200" b="0">
                <a:effectLst/>
                <a:latin typeface="+mj-lt"/>
                <a:cs typeface="Calibri Light" panose="020F0302020204030204" pitchFamily="34" charset="0"/>
              </a:defRPr>
            </a:lvl1pPr>
          </a:lstStyle>
          <a:p>
            <a:r>
              <a:rPr lang="en-US" dirty="0"/>
              <a:t>Click to edit Master title style</a:t>
            </a:r>
          </a:p>
        </p:txBody>
      </p:sp>
      <p:sp>
        <p:nvSpPr>
          <p:cNvPr id="3" name="Picture Placeholder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9EFD9D74-47D9-4702-A33C-335B63B48DBF}" type="datetimeFigureOut">
              <a:rPr lang="en-US" smtClean="0"/>
              <a:t>6/10/2026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ABC47A4-756D-490B-A52F-7D9E2C9FC05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824484" y="365125"/>
            <a:ext cx="1529316" cy="5811838"/>
          </a:xfrm>
        </p:spPr>
        <p:txBody>
          <a:bodyPr vert="eaVert">
            <a:normAutofit/>
          </a:bodyPr>
          <a:lstStyle>
            <a:lvl1pPr>
              <a:defRPr sz="4400"/>
            </a:lvl1pPr>
          </a:lstStyle>
          <a:p>
            <a:r>
              <a:rPr lang="en-US"/>
              <a:t>Click to edit Master title style</a:t>
            </a:r>
          </a:p>
        </p:txBody>
      </p:sp>
      <p:sp>
        <p:nvSpPr>
          <p:cNvPr id="3" name="Vertical Text Placeholder 2"/>
          <p:cNvSpPr>
            <a:spLocks noGrp="1"/>
          </p:cNvSpPr>
          <p:nvPr>
            <p:ph type="body" orient="vert" idx="1"/>
          </p:nvPr>
        </p:nvSpPr>
        <p:spPr>
          <a:xfrm>
            <a:off x="838200" y="365125"/>
            <a:ext cx="8879958"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760FBDFE-C587-4B4C-A407-44438C67B59E}" type="datetimeFigureOut">
              <a:rPr lang="en-US" smtClean="0"/>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60FBDFE-C587-4B4C-A407-44438C67B59E}" type="datetimeFigureOut">
              <a:rPr lang="en-US" smtClean="0"/>
              <a:t>6/10/2026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AE70B2-8BF9-45C0-BB95-33D1B9D3A854}" type="slidenum">
              <a:rPr lang="en-US" smtClean="0"/>
              <a:t>‹#›</a:t>
            </a:fld>
            <a:endParaRPr lang="en-US"/>
          </a:p>
        </p:txBody>
      </p:sp>
      <p:sp>
        <p:nvSpPr>
          <p:cNvPr id="7" name="Content Placeholder 6"/>
          <p:cNvSpPr>
            <a:spLocks noGrp="1"/>
          </p:cNvSpPr>
          <p:nvPr>
            <p:ph sz="quarter" idx="13"/>
          </p:nvPr>
        </p:nvSpPr>
        <p:spPr>
          <a:xfrm>
            <a:off x="838200" y="551543"/>
            <a:ext cx="10515600" cy="5558971"/>
          </a:xfrm>
        </p:spPr>
        <p:txBody>
          <a:bodyPr/>
          <a:lstStyle/>
          <a:p>
            <a:pPr lvl="0"/>
            <a:r>
              <a:rPr lang="en-US" dirty="0">
                <a:sym typeface="+mn-ea"/>
              </a:rPr>
              <a:t>Click to edit Master text styles</a:t>
            </a:r>
            <a:endParaRPr lang="en-US" dirty="0"/>
          </a:p>
          <a:p>
            <a:pPr lvl="1"/>
            <a:r>
              <a:rPr lang="en-US" dirty="0">
                <a:sym typeface="+mn-ea"/>
              </a:rPr>
              <a:t>Second level</a:t>
            </a:r>
            <a:endParaRPr lang="en-US" dirty="0"/>
          </a:p>
          <a:p>
            <a:pPr lvl="2"/>
            <a:r>
              <a:rPr lang="en-US" dirty="0">
                <a:sym typeface="+mn-ea"/>
              </a:rPr>
              <a:t>Third level</a:t>
            </a:r>
            <a:endParaRPr lang="en-US" dirty="0"/>
          </a:p>
          <a:p>
            <a:pPr lvl="3"/>
            <a:r>
              <a:rPr lang="en-US" dirty="0">
                <a:sym typeface="+mn-ea"/>
              </a:rPr>
              <a:t>Fourth level</a:t>
            </a:r>
            <a:endParaRPr lang="en-US" dirty="0"/>
          </a:p>
          <a:p>
            <a:pPr lvl="4"/>
            <a:r>
              <a:rPr lang="en-US" dirty="0">
                <a:sym typeface="+mn-ea"/>
              </a:rPr>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ru-RU"/>
              <a:t>Образец заголовка</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r>
              <a:rPr lang="en-US"/>
              <a:t>Date Area</a:t>
            </a: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E5F26B5-172A-4DC2-B0B7-181CFC56B87C}" type="slidenum">
              <a:rPr lang="en-US" smtClean="0"/>
              <a:t>‹#›</a:t>
            </a:fld>
            <a:endParaRPr lang="en-US"/>
          </a:p>
        </p:txBody>
      </p:sp>
    </p:spTree>
    <p:extLst>
      <p:ext uri="{BB962C8B-B14F-4D97-AF65-F5344CB8AC3E}">
        <p14:creationId xmlns:p14="http://schemas.microsoft.com/office/powerpoint/2010/main" val="15069199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r>
              <a:rPr lang="en-US"/>
              <a:t>Date Area</a:t>
            </a: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E5F26B5-172A-4DC2-B0B7-181CFC56B87C}" type="slidenum">
              <a:rPr lang="en-US" smtClean="0"/>
              <a:t>‹#›</a:t>
            </a:fld>
            <a:endParaRPr lang="en-US"/>
          </a:p>
        </p:txBody>
      </p:sp>
    </p:spTree>
    <p:extLst>
      <p:ext uri="{BB962C8B-B14F-4D97-AF65-F5344CB8AC3E}">
        <p14:creationId xmlns:p14="http://schemas.microsoft.com/office/powerpoint/2010/main" val="23946352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ru-RU"/>
              <a:t>Образец заголовка</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r>
              <a:rPr lang="en-US"/>
              <a:t>Date Area</a:t>
            </a: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E5F26B5-172A-4DC2-B0B7-181CFC56B87C}" type="slidenum">
              <a:rPr lang="en-US" smtClean="0"/>
              <a:t>‹#›</a:t>
            </a:fld>
            <a:endParaRPr lang="en-US"/>
          </a:p>
        </p:txBody>
      </p:sp>
    </p:spTree>
    <p:extLst>
      <p:ext uri="{BB962C8B-B14F-4D97-AF65-F5344CB8AC3E}">
        <p14:creationId xmlns:p14="http://schemas.microsoft.com/office/powerpoint/2010/main" val="8176255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r>
              <a:rPr lang="en-US"/>
              <a:t>Date Area</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E5F26B5-172A-4DC2-B0B7-181CFC56B87C}" type="slidenum">
              <a:rPr lang="en-US" smtClean="0"/>
              <a:t>‹#›</a:t>
            </a:fld>
            <a:endParaRPr lang="en-US"/>
          </a:p>
        </p:txBody>
      </p:sp>
    </p:spTree>
    <p:extLst>
      <p:ext uri="{BB962C8B-B14F-4D97-AF65-F5344CB8AC3E}">
        <p14:creationId xmlns:p14="http://schemas.microsoft.com/office/powerpoint/2010/main" val="42445350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a:t>Образец заголовка</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r>
              <a:rPr lang="en-US"/>
              <a:t>Date Area</a:t>
            </a:r>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E5F26B5-172A-4DC2-B0B7-181CFC56B87C}" type="slidenum">
              <a:rPr lang="en-US" smtClean="0"/>
              <a:t>‹#›</a:t>
            </a:fld>
            <a:endParaRPr lang="en-US"/>
          </a:p>
        </p:txBody>
      </p:sp>
    </p:spTree>
    <p:extLst>
      <p:ext uri="{BB962C8B-B14F-4D97-AF65-F5344CB8AC3E}">
        <p14:creationId xmlns:p14="http://schemas.microsoft.com/office/powerpoint/2010/main" val="41268397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r>
              <a:rPr lang="en-US"/>
              <a:t>Date Area</a:t>
            </a:r>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E5F26B5-172A-4DC2-B0B7-181CFC56B87C}" type="slidenum">
              <a:rPr lang="en-US" smtClean="0"/>
              <a:t>‹#›</a:t>
            </a:fld>
            <a:endParaRPr lang="en-US"/>
          </a:p>
        </p:txBody>
      </p:sp>
    </p:spTree>
    <p:extLst>
      <p:ext uri="{BB962C8B-B14F-4D97-AF65-F5344CB8AC3E}">
        <p14:creationId xmlns:p14="http://schemas.microsoft.com/office/powerpoint/2010/main" val="23223421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Date Area</a:t>
            </a:r>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E5F26B5-172A-4DC2-B0B7-181CFC56B87C}" type="slidenum">
              <a:rPr lang="en-US" smtClean="0"/>
              <a:t>‹#›</a:t>
            </a:fld>
            <a:endParaRPr lang="en-US"/>
          </a:p>
        </p:txBody>
      </p:sp>
    </p:spTree>
    <p:extLst>
      <p:ext uri="{BB962C8B-B14F-4D97-AF65-F5344CB8AC3E}">
        <p14:creationId xmlns:p14="http://schemas.microsoft.com/office/powerpoint/2010/main" val="28399566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ru-RU"/>
              <a:t>Образец заголовка</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r>
              <a:rPr lang="en-US"/>
              <a:t>Date Area</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E5F26B5-172A-4DC2-B0B7-181CFC56B87C}" type="slidenum">
              <a:rPr lang="en-US" smtClean="0"/>
              <a:t>‹#›</a:t>
            </a:fld>
            <a:endParaRPr lang="en-US"/>
          </a:p>
        </p:txBody>
      </p:sp>
    </p:spTree>
    <p:extLst>
      <p:ext uri="{BB962C8B-B14F-4D97-AF65-F5344CB8AC3E}">
        <p14:creationId xmlns:p14="http://schemas.microsoft.com/office/powerpoint/2010/main" val="384114234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ru-RU"/>
              <a:t>Образец заголовка</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r>
              <a:rPr lang="en-US"/>
              <a:t>Date Area</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E5F26B5-172A-4DC2-B0B7-181CFC56B87C}" type="slidenum">
              <a:rPr lang="en-US" smtClean="0"/>
              <a:t>‹#›</a:t>
            </a:fld>
            <a:endParaRPr lang="en-US"/>
          </a:p>
        </p:txBody>
      </p:sp>
    </p:spTree>
    <p:extLst>
      <p:ext uri="{BB962C8B-B14F-4D97-AF65-F5344CB8AC3E}">
        <p14:creationId xmlns:p14="http://schemas.microsoft.com/office/powerpoint/2010/main" val="5679762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Заголовок и подпись">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ru-RU"/>
              <a:t>Образец заголовка</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r>
              <a:rPr lang="en-US"/>
              <a:t>Date Area</a:t>
            </a: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E5F26B5-172A-4DC2-B0B7-181CFC56B87C}" type="slidenum">
              <a:rPr lang="en-US" smtClean="0"/>
              <a:t>‹#›</a:t>
            </a:fld>
            <a:endParaRPr lang="en-US"/>
          </a:p>
        </p:txBody>
      </p:sp>
    </p:spTree>
    <p:extLst>
      <p:ext uri="{BB962C8B-B14F-4D97-AF65-F5344CB8AC3E}">
        <p14:creationId xmlns:p14="http://schemas.microsoft.com/office/powerpoint/2010/main" val="170324443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Цитата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ru-RU"/>
              <a:t>Образец заголовка</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a:t>Образец текста</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r>
              <a:rPr lang="en-US"/>
              <a:t>Date Area</a:t>
            </a: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E5F26B5-172A-4DC2-B0B7-181CFC56B87C}"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736181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Карточка имени">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ru-RU"/>
              <a:t>Образец заголовка</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r>
              <a:rPr lang="en-US"/>
              <a:t>Date Area</a:t>
            </a: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E5F26B5-172A-4DC2-B0B7-181CFC56B87C}" type="slidenum">
              <a:rPr lang="en-US" smtClean="0"/>
              <a:t>‹#›</a:t>
            </a:fld>
            <a:endParaRPr lang="en-US"/>
          </a:p>
        </p:txBody>
      </p:sp>
    </p:spTree>
    <p:extLst>
      <p:ext uri="{BB962C8B-B14F-4D97-AF65-F5344CB8AC3E}">
        <p14:creationId xmlns:p14="http://schemas.microsoft.com/office/powerpoint/2010/main" val="6221420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Цитата карточки имени">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ru-RU"/>
              <a:t>Образец заголовка</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a:t>Образец текста</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r>
              <a:rPr lang="en-US"/>
              <a:t>Date Area</a:t>
            </a: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E5F26B5-172A-4DC2-B0B7-181CFC56B87C}"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740421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Истина или ложь">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ru-RU"/>
              <a:t>Образец заголовка</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a:t>Образец текста</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r>
              <a:rPr lang="en-US"/>
              <a:t>Date Area</a:t>
            </a: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E5F26B5-172A-4DC2-B0B7-181CFC56B87C}" type="slidenum">
              <a:rPr lang="en-US" smtClean="0"/>
              <a:t>‹#›</a:t>
            </a:fld>
            <a:endParaRPr lang="en-US"/>
          </a:p>
        </p:txBody>
      </p:sp>
    </p:spTree>
    <p:extLst>
      <p:ext uri="{BB962C8B-B14F-4D97-AF65-F5344CB8AC3E}">
        <p14:creationId xmlns:p14="http://schemas.microsoft.com/office/powerpoint/2010/main" val="49684514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r>
              <a:rPr lang="en-US"/>
              <a:t>Date Area</a:t>
            </a: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E5F26B5-172A-4DC2-B0B7-181CFC56B87C}" type="slidenum">
              <a:rPr lang="en-US" smtClean="0"/>
              <a:t>‹#›</a:t>
            </a:fld>
            <a:endParaRPr lang="en-US"/>
          </a:p>
        </p:txBody>
      </p:sp>
    </p:spTree>
    <p:extLst>
      <p:ext uri="{BB962C8B-B14F-4D97-AF65-F5344CB8AC3E}">
        <p14:creationId xmlns:p14="http://schemas.microsoft.com/office/powerpoint/2010/main" val="15297352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ru-RU"/>
              <a:t>Образец заголовка</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r>
              <a:rPr lang="en-US"/>
              <a:t>Date Area</a:t>
            </a: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E5F26B5-172A-4DC2-B0B7-181CFC56B87C}" type="slidenum">
              <a:rPr lang="en-US" smtClean="0"/>
              <a:t>‹#›</a:t>
            </a:fld>
            <a:endParaRPr lang="en-US"/>
          </a:p>
        </p:txBody>
      </p:sp>
    </p:spTree>
    <p:extLst>
      <p:ext uri="{BB962C8B-B14F-4D97-AF65-F5344CB8AC3E}">
        <p14:creationId xmlns:p14="http://schemas.microsoft.com/office/powerpoint/2010/main" val="249366235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userDrawn="1">
  <p:cSld name="Title Slide">
    <p:spTree>
      <p:nvGrpSpPr>
        <p:cNvPr id="1" name=""/>
        <p:cNvGrpSpPr/>
        <p:nvPr/>
      </p:nvGrpSpPr>
      <p:grpSpPr>
        <a:xfrm>
          <a:off x="0" y="0"/>
          <a:ext cx="0" cy="0"/>
          <a:chOff x="0" y="0"/>
          <a:chExt cx="0" cy="0"/>
        </a:xfrm>
      </p:grpSpPr>
      <p:sp>
        <p:nvSpPr>
          <p:cNvPr id="7" name="Ellipse 36-2083&amp;10099"/>
          <p:cNvSpPr/>
          <p:nvPr>
            <p:custDataLst>
              <p:tags r:id="rId1"/>
            </p:custDataLst>
          </p:nvPr>
        </p:nvSpPr>
        <p:spPr>
          <a:xfrm>
            <a:off x="0" y="2377440"/>
            <a:ext cx="5193792" cy="4480560"/>
          </a:xfrm>
          <a:custGeom>
            <a:avLst/>
            <a:gdLst/>
            <a:ahLst/>
            <a:cxnLst/>
            <a:rect l="l" t="t" r="r" b="b"/>
            <a:pathLst>
              <a:path w="5193792" h="4480560">
                <a:moveTo>
                  <a:pt x="4828032" y="4480560"/>
                </a:moveTo>
                <a:lnTo>
                  <a:pt x="0" y="4480560"/>
                </a:lnTo>
                <a:lnTo>
                  <a:pt x="0" y="896112"/>
                </a:lnTo>
                <a:cubicBezTo>
                  <a:pt x="548640" y="338328"/>
                  <a:pt x="1307592" y="0"/>
                  <a:pt x="2148840" y="0"/>
                </a:cubicBezTo>
                <a:cubicBezTo>
                  <a:pt x="3831336" y="0"/>
                  <a:pt x="5193792" y="1362456"/>
                  <a:pt x="5193792" y="3044952"/>
                </a:cubicBezTo>
                <a:cubicBezTo>
                  <a:pt x="5193792" y="3566160"/>
                  <a:pt x="5065776" y="4050792"/>
                  <a:pt x="4828032" y="4480560"/>
                </a:cubicBezTo>
              </a:path>
            </a:pathLst>
          </a:custGeom>
          <a:solidFill>
            <a:schemeClr val="tx2">
              <a:alpha val="5000"/>
            </a:schemeClr>
          </a:solidFill>
        </p:spPr>
        <p:txBody>
          <a:bodyPr/>
          <a:lstStyle/>
          <a:p>
            <a:endParaRPr lang="zh-CN" altLang="en-US"/>
          </a:p>
        </p:txBody>
      </p:sp>
      <p:sp>
        <p:nvSpPr>
          <p:cNvPr id="8" name="Ellipse 37 (Stroke)_#color-2083&amp;10102"/>
          <p:cNvSpPr/>
          <p:nvPr>
            <p:custDataLst>
              <p:tags r:id="rId2"/>
            </p:custDataLst>
          </p:nvPr>
        </p:nvSpPr>
        <p:spPr>
          <a:xfrm>
            <a:off x="0" y="0"/>
            <a:ext cx="2505456" cy="3108960"/>
          </a:xfrm>
          <a:custGeom>
            <a:avLst/>
            <a:gdLst/>
            <a:ahLst/>
            <a:cxnLst/>
            <a:rect l="l" t="t" r="r" b="b"/>
            <a:pathLst>
              <a:path w="2505456" h="3108960">
                <a:moveTo>
                  <a:pt x="0" y="2505456"/>
                </a:moveTo>
                <a:cubicBezTo>
                  <a:pt x="100584" y="2523744"/>
                  <a:pt x="201168" y="2532888"/>
                  <a:pt x="301752" y="2532888"/>
                </a:cubicBezTo>
                <a:cubicBezTo>
                  <a:pt x="1207008" y="2532888"/>
                  <a:pt x="1938528" y="1801368"/>
                  <a:pt x="1938528" y="905256"/>
                </a:cubicBezTo>
                <a:cubicBezTo>
                  <a:pt x="1938528" y="566928"/>
                  <a:pt x="1837944" y="256032"/>
                  <a:pt x="1664208" y="0"/>
                </a:cubicBezTo>
                <a:lnTo>
                  <a:pt x="2313432" y="0"/>
                </a:lnTo>
                <a:cubicBezTo>
                  <a:pt x="2441448" y="274320"/>
                  <a:pt x="2505456" y="576072"/>
                  <a:pt x="2505456" y="905256"/>
                </a:cubicBezTo>
                <a:cubicBezTo>
                  <a:pt x="2505456" y="2121408"/>
                  <a:pt x="1517904" y="3108960"/>
                  <a:pt x="301752" y="3108960"/>
                </a:cubicBezTo>
                <a:cubicBezTo>
                  <a:pt x="201168" y="3108960"/>
                  <a:pt x="100584" y="3099816"/>
                  <a:pt x="0" y="3081528"/>
                </a:cubicBezTo>
                <a:lnTo>
                  <a:pt x="0" y="2505456"/>
                </a:lnTo>
              </a:path>
            </a:pathLst>
          </a:custGeom>
          <a:solidFill>
            <a:schemeClr val="accent1"/>
          </a:solidFill>
        </p:spPr>
        <p:txBody>
          <a:bodyPr/>
          <a:lstStyle/>
          <a:p>
            <a:endParaRPr lang="ru-RU"/>
          </a:p>
        </p:txBody>
      </p:sp>
      <p:sp>
        <p:nvSpPr>
          <p:cNvPr id="9" name="Ellipse 38_#color-2082&amp;9905"/>
          <p:cNvSpPr/>
          <p:nvPr>
            <p:custDataLst>
              <p:tags r:id="rId3"/>
            </p:custDataLst>
          </p:nvPr>
        </p:nvSpPr>
        <p:spPr>
          <a:xfrm>
            <a:off x="9464040" y="4379976"/>
            <a:ext cx="1609344" cy="1609344"/>
          </a:xfrm>
          <a:prstGeom prst="ellipse">
            <a:avLst/>
          </a:prstGeom>
          <a:solidFill>
            <a:schemeClr val="accent1"/>
          </a:solidFill>
        </p:spPr>
        <p:txBody>
          <a:bodyPr/>
          <a:lstStyle/>
          <a:p>
            <a:endParaRPr lang="ru-RU"/>
          </a:p>
        </p:txBody>
      </p:sp>
      <p:sp>
        <p:nvSpPr>
          <p:cNvPr id="11" name="Ellipse 39-2082&amp;9906"/>
          <p:cNvSpPr/>
          <p:nvPr>
            <p:custDataLst>
              <p:tags r:id="rId4"/>
            </p:custDataLst>
          </p:nvPr>
        </p:nvSpPr>
        <p:spPr>
          <a:xfrm>
            <a:off x="11338560" y="3617849"/>
            <a:ext cx="530352" cy="530352"/>
          </a:xfrm>
          <a:prstGeom prst="ellipse">
            <a:avLst/>
          </a:prstGeom>
          <a:solidFill>
            <a:schemeClr val="tx2">
              <a:alpha val="43000"/>
            </a:schemeClr>
          </a:solidFill>
        </p:spPr>
        <p:txBody>
          <a:bodyPr/>
          <a:lstStyle/>
          <a:p>
            <a:endParaRPr lang="ru-RU"/>
          </a:p>
        </p:txBody>
      </p:sp>
      <p:sp>
        <p:nvSpPr>
          <p:cNvPr id="2" name="标题 1"/>
          <p:cNvSpPr>
            <a:spLocks noGrp="1"/>
          </p:cNvSpPr>
          <p:nvPr>
            <p:ph type="ctrTitle" hasCustomPrompt="1"/>
            <p:custDataLst>
              <p:tags r:id="rId5"/>
            </p:custDataLst>
          </p:nvPr>
        </p:nvSpPr>
        <p:spPr>
          <a:xfrm>
            <a:off x="1870709" y="1862454"/>
            <a:ext cx="9467850" cy="2628901"/>
          </a:xfrm>
        </p:spPr>
        <p:txBody>
          <a:bodyPr wrap="square" anchor="b" anchorCtr="0">
            <a:normAutofit/>
          </a:bodyPr>
          <a:lstStyle>
            <a:lvl1pPr algn="l">
              <a:lnSpc>
                <a:spcPct val="100000"/>
              </a:lnSpc>
              <a:defRPr sz="5800">
                <a:latin typeface="+mj-lt"/>
              </a:defRPr>
            </a:lvl1pPr>
          </a:lstStyle>
          <a:p>
            <a:r>
              <a:rPr lang="en-US" dirty="0">
                <a:latin typeface="+mj-lt"/>
              </a:rPr>
              <a:t>Click to add title</a:t>
            </a:r>
            <a:endParaRPr lang="en-US" dirty="0"/>
          </a:p>
        </p:txBody>
      </p:sp>
      <p:sp>
        <p:nvSpPr>
          <p:cNvPr id="4" name="日期占位符 3"/>
          <p:cNvSpPr>
            <a:spLocks noGrp="1"/>
          </p:cNvSpPr>
          <p:nvPr>
            <p:ph type="dt" sz="half" idx="10"/>
            <p:custDataLst>
              <p:tags r:id="rId6"/>
            </p:custDataLst>
          </p:nvPr>
        </p:nvSpPr>
        <p:spPr/>
        <p:txBody>
          <a:bodyPr wrap="square">
            <a:normAutofit/>
          </a:bodyPr>
          <a:lstStyle>
            <a:lvl1pPr>
              <a:defRPr>
                <a:latin typeface="Arial" panose="020B0604020202020204" pitchFamily="34" charset="0"/>
                <a:cs typeface="Arial" panose="020B0604020202020204" pitchFamily="34" charset="0"/>
                <a:sym typeface="Arial" panose="020B0604020202020204" pitchFamily="34" charset="0"/>
              </a:defRPr>
            </a:lvl1pPr>
          </a:lstStyle>
          <a:p>
            <a:r>
              <a:rPr lang="en-US"/>
              <a:t>Date Area</a:t>
            </a:r>
          </a:p>
        </p:txBody>
      </p:sp>
      <p:sp>
        <p:nvSpPr>
          <p:cNvPr id="5" name="页脚占位符 4"/>
          <p:cNvSpPr>
            <a:spLocks noGrp="1"/>
          </p:cNvSpPr>
          <p:nvPr>
            <p:ph type="ftr" sz="quarter" idx="11"/>
            <p:custDataLst>
              <p:tags r:id="rId7"/>
            </p:custDataLst>
          </p:nvPr>
        </p:nvSpPr>
        <p:spPr/>
        <p:txBody>
          <a:bodyPr>
            <a:normAutofit/>
          </a:bodyPr>
          <a:lstStyle>
            <a:lvl1pPr>
              <a:defRPr>
                <a:latin typeface="Arial" panose="020B0604020202020204" pitchFamily="34" charset="0"/>
                <a:cs typeface="Arial" panose="020B0604020202020204" pitchFamily="34" charset="0"/>
                <a:sym typeface="Arial" panose="020B0604020202020204" pitchFamily="34" charset="0"/>
              </a:defRPr>
            </a:lvl1pPr>
          </a:lstStyle>
          <a:p>
            <a:endParaRPr lang="en-US" dirty="0"/>
          </a:p>
        </p:txBody>
      </p:sp>
      <p:sp>
        <p:nvSpPr>
          <p:cNvPr id="6" name="灯片编号占位符 5"/>
          <p:cNvSpPr>
            <a:spLocks noGrp="1"/>
          </p:cNvSpPr>
          <p:nvPr>
            <p:ph type="sldNum" sz="quarter" idx="12"/>
            <p:custDataLst>
              <p:tags r:id="rId8"/>
            </p:custDataLst>
          </p:nvPr>
        </p:nvSpPr>
        <p:spPr>
          <a:xfrm>
            <a:off x="8610600" y="6356350"/>
            <a:ext cx="2743200" cy="365125"/>
          </a:xfrm>
        </p:spPr>
        <p:txBody>
          <a:bodyPr wrap="square">
            <a:normAutofit/>
          </a:bodyPr>
          <a:lstStyle>
            <a:lvl1pPr>
              <a:defRPr>
                <a:latin typeface="Arial" panose="020B0604020202020204" pitchFamily="34" charset="0"/>
                <a:cs typeface="Arial" panose="020B0604020202020204" pitchFamily="34" charset="0"/>
                <a:sym typeface="Arial" panose="020B0604020202020204" pitchFamily="34" charset="0"/>
              </a:defRPr>
            </a:lvl1pPr>
          </a:lstStyle>
          <a:p>
            <a:fld id="{BE5F26B5-172A-4DC2-B0B7-181CFC56B87C}" type="slidenum">
              <a:rPr lang="en-US" smtClean="0"/>
              <a:t>‹#›</a:t>
            </a:fld>
            <a:endParaRPr lang="en-US"/>
          </a:p>
        </p:txBody>
      </p:sp>
      <p:sp>
        <p:nvSpPr>
          <p:cNvPr id="24" name="署名占位符 10"/>
          <p:cNvSpPr>
            <a:spLocks noGrp="1"/>
          </p:cNvSpPr>
          <p:nvPr>
            <p:ph type="body" sz="quarter" idx="17" hasCustomPrompt="1"/>
            <p:custDataLst>
              <p:tags r:id="rId9"/>
            </p:custDataLst>
          </p:nvPr>
        </p:nvSpPr>
        <p:spPr>
          <a:xfrm>
            <a:off x="1870709" y="4790127"/>
            <a:ext cx="7492365" cy="1177603"/>
          </a:xfrm>
        </p:spPr>
        <p:txBody>
          <a:bodyPr wrap="square" anchor="t">
            <a:normAutofit/>
          </a:bodyPr>
          <a:lstStyle>
            <a:lvl1pPr marL="0" indent="0" algn="l">
              <a:lnSpc>
                <a:spcPct val="100000"/>
              </a:lnSpc>
              <a:buNone/>
              <a:defRPr sz="2400">
                <a:latin typeface="+mn-lt"/>
                <a:sym typeface="Arial" panose="020B0604020202020204" pitchFamily="34" charset="0"/>
              </a:defRPr>
            </a:lvl1pPr>
          </a:lstStyle>
          <a:p>
            <a:pPr lvl="0"/>
            <a:r>
              <a:rPr lang="en-US" dirty="0">
                <a:latin typeface="+mn-lt"/>
              </a:rPr>
              <a:t>Click to add text</a:t>
            </a:r>
            <a:endParaRPr lang="en-US" dirty="0"/>
          </a:p>
        </p:txBody>
      </p:sp>
    </p:spTree>
    <p:extLst>
      <p:ext uri="{BB962C8B-B14F-4D97-AF65-F5344CB8AC3E}">
        <p14:creationId xmlns:p14="http://schemas.microsoft.com/office/powerpoint/2010/main" val="186294109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Catalog Slide">
    <p:spTree>
      <p:nvGrpSpPr>
        <p:cNvPr id="1" name=""/>
        <p:cNvGrpSpPr/>
        <p:nvPr/>
      </p:nvGrpSpPr>
      <p:grpSpPr>
        <a:xfrm>
          <a:off x="0" y="0"/>
          <a:ext cx="0" cy="0"/>
          <a:chOff x="0" y="0"/>
          <a:chExt cx="0" cy="0"/>
        </a:xfrm>
      </p:grpSpPr>
      <p:sp>
        <p:nvSpPr>
          <p:cNvPr id="7" name="日期占位符 3"/>
          <p:cNvSpPr>
            <a:spLocks noGrp="1"/>
          </p:cNvSpPr>
          <p:nvPr>
            <p:ph type="dt" sz="half" idx="10"/>
            <p:custDataLst>
              <p:tags r:id="rId1"/>
            </p:custDataLst>
          </p:nvPr>
        </p:nvSpPr>
        <p:spPr/>
        <p:txBody>
          <a:bodyPr wrap="square">
            <a:normAutofit/>
          </a:bodyPr>
          <a:lstStyle>
            <a:lvl1pPr>
              <a:defRPr>
                <a:latin typeface="Arial" panose="020B0604020202020204" pitchFamily="34" charset="0"/>
                <a:cs typeface="Arial" panose="020B0604020202020204" pitchFamily="34" charset="0"/>
                <a:sym typeface="Arial" panose="020B0604020202020204" pitchFamily="34" charset="0"/>
              </a:defRPr>
            </a:lvl1pPr>
          </a:lstStyle>
          <a:p>
            <a:r>
              <a:rPr lang="en-US"/>
              <a:t>Date Area</a:t>
            </a:r>
          </a:p>
        </p:txBody>
      </p:sp>
      <p:sp>
        <p:nvSpPr>
          <p:cNvPr id="8" name="页脚占位符 4"/>
          <p:cNvSpPr>
            <a:spLocks noGrp="1"/>
          </p:cNvSpPr>
          <p:nvPr>
            <p:ph type="ftr" sz="quarter" idx="11"/>
            <p:custDataLst>
              <p:tags r:id="rId2"/>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endParaRPr lang="en-US"/>
          </a:p>
        </p:txBody>
      </p:sp>
      <p:sp>
        <p:nvSpPr>
          <p:cNvPr id="9" name="灯片编号占位符 5"/>
          <p:cNvSpPr>
            <a:spLocks noGrp="1"/>
          </p:cNvSpPr>
          <p:nvPr>
            <p:ph type="sldNum" sz="quarter" idx="12"/>
            <p:custDataLst>
              <p:tags r:id="rId3"/>
            </p:custDataLst>
          </p:nvPr>
        </p:nvSpPr>
        <p:spPr/>
        <p:txBody>
          <a:bodyPr wrap="square">
            <a:normAutofit/>
          </a:bodyPr>
          <a:lstStyle>
            <a:lvl1pPr>
              <a:defRPr>
                <a:latin typeface="Arial" panose="020B0604020202020204" pitchFamily="34" charset="0"/>
                <a:cs typeface="Arial" panose="020B0604020202020204" pitchFamily="34" charset="0"/>
                <a:sym typeface="Arial" panose="020B0604020202020204" pitchFamily="34" charset="0"/>
              </a:defRPr>
            </a:lvl1pPr>
          </a:lstStyle>
          <a:p>
            <a:fld id="{BE5F26B5-172A-4DC2-B0B7-181CFC56B87C}" type="slidenum">
              <a:rPr lang="en-US" smtClean="0"/>
              <a:t>‹#›</a:t>
            </a:fld>
            <a:endParaRPr lang="en-US"/>
          </a:p>
        </p:txBody>
      </p:sp>
      <p:sp>
        <p:nvSpPr>
          <p:cNvPr id="4" name="Ellipse 36-2082&amp;9912"/>
          <p:cNvSpPr/>
          <p:nvPr>
            <p:custDataLst>
              <p:tags r:id="rId4"/>
            </p:custDataLst>
          </p:nvPr>
        </p:nvSpPr>
        <p:spPr>
          <a:xfrm>
            <a:off x="6976872" y="1005840"/>
            <a:ext cx="4343400" cy="4343400"/>
          </a:xfrm>
          <a:prstGeom prst="ellipse">
            <a:avLst/>
          </a:prstGeom>
          <a:solidFill>
            <a:schemeClr val="tx2">
              <a:alpha val="5000"/>
            </a:schemeClr>
          </a:solidFill>
        </p:spPr>
        <p:txBody>
          <a:bodyPr/>
          <a:lstStyle/>
          <a:p>
            <a:endParaRPr lang="en-US" dirty="0">
              <a:latin typeface="Arial" panose="020B0604020202020204" pitchFamily="34" charset="0"/>
              <a:cs typeface="Arial" panose="020B0604020202020204" pitchFamily="34" charset="0"/>
              <a:sym typeface="Arial" panose="020B0604020202020204" pitchFamily="34" charset="0"/>
            </a:endParaRPr>
          </a:p>
        </p:txBody>
      </p:sp>
      <p:sp>
        <p:nvSpPr>
          <p:cNvPr id="5" name="Ellipse 37 (Stroke)_#color-2083&amp;10105"/>
          <p:cNvSpPr/>
          <p:nvPr>
            <p:custDataLst>
              <p:tags r:id="rId5"/>
            </p:custDataLst>
          </p:nvPr>
        </p:nvSpPr>
        <p:spPr>
          <a:xfrm>
            <a:off x="7159752" y="0"/>
            <a:ext cx="3977640" cy="2258568"/>
          </a:xfrm>
          <a:custGeom>
            <a:avLst/>
            <a:gdLst/>
            <a:ahLst/>
            <a:cxnLst/>
            <a:rect l="l" t="t" r="r" b="b"/>
            <a:pathLst>
              <a:path w="3977640" h="2258568">
                <a:moveTo>
                  <a:pt x="594360" y="0"/>
                </a:moveTo>
                <a:cubicBezTo>
                  <a:pt x="576072" y="82296"/>
                  <a:pt x="576072" y="173736"/>
                  <a:pt x="576072" y="265176"/>
                </a:cubicBezTo>
                <a:cubicBezTo>
                  <a:pt x="576072" y="1051560"/>
                  <a:pt x="1207008" y="1682496"/>
                  <a:pt x="1984248" y="1682496"/>
                </a:cubicBezTo>
                <a:cubicBezTo>
                  <a:pt x="2770632" y="1682496"/>
                  <a:pt x="3401568" y="1051560"/>
                  <a:pt x="3401568" y="265176"/>
                </a:cubicBezTo>
                <a:cubicBezTo>
                  <a:pt x="3401568" y="173736"/>
                  <a:pt x="3392424" y="82296"/>
                  <a:pt x="3374136" y="0"/>
                </a:cubicBezTo>
                <a:lnTo>
                  <a:pt x="3959352" y="0"/>
                </a:lnTo>
                <a:cubicBezTo>
                  <a:pt x="3968496" y="91440"/>
                  <a:pt x="3977640" y="173736"/>
                  <a:pt x="3977640" y="265176"/>
                </a:cubicBezTo>
                <a:cubicBezTo>
                  <a:pt x="3977640" y="1362456"/>
                  <a:pt x="3081528" y="2258568"/>
                  <a:pt x="1984248" y="2258568"/>
                </a:cubicBezTo>
                <a:cubicBezTo>
                  <a:pt x="886968" y="2258568"/>
                  <a:pt x="0" y="1362456"/>
                  <a:pt x="0" y="265176"/>
                </a:cubicBezTo>
                <a:cubicBezTo>
                  <a:pt x="0" y="173736"/>
                  <a:pt x="9144" y="91440"/>
                  <a:pt x="18288" y="0"/>
                </a:cubicBezTo>
                <a:lnTo>
                  <a:pt x="594360" y="0"/>
                </a:lnTo>
              </a:path>
            </a:pathLst>
          </a:custGeom>
          <a:solidFill>
            <a:schemeClr val="accent1"/>
          </a:solidFill>
        </p:spPr>
      </p:sp>
      <p:sp>
        <p:nvSpPr>
          <p:cNvPr id="2" name="标题 1"/>
          <p:cNvSpPr>
            <a:spLocks noGrp="1"/>
          </p:cNvSpPr>
          <p:nvPr>
            <p:ph type="title" hasCustomPrompt="1"/>
            <p:custDataLst>
              <p:tags r:id="rId6"/>
            </p:custDataLst>
          </p:nvPr>
        </p:nvSpPr>
        <p:spPr>
          <a:xfrm>
            <a:off x="7709207" y="2637205"/>
            <a:ext cx="2880000" cy="1081088"/>
          </a:xfrm>
        </p:spPr>
        <p:txBody>
          <a:bodyPr wrap="square" anchor="b">
            <a:normAutofit/>
          </a:bodyPr>
          <a:lstStyle>
            <a:lvl1pPr algn="ctr">
              <a:defRPr sz="4300">
                <a:latin typeface="+mj-lt"/>
              </a:defRPr>
            </a:lvl1pPr>
          </a:lstStyle>
          <a:p>
            <a:r>
              <a:rPr lang="en-US" dirty="0">
                <a:latin typeface="+mj-lt"/>
              </a:rPr>
              <a:t>Click to add title</a:t>
            </a:r>
            <a:endParaRPr 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7" name="Ellipse 36_#color-2083&amp;10108"/>
          <p:cNvSpPr/>
          <p:nvPr>
            <p:custDataLst>
              <p:tags r:id="rId1"/>
            </p:custDataLst>
          </p:nvPr>
        </p:nvSpPr>
        <p:spPr>
          <a:xfrm>
            <a:off x="0" y="566928"/>
            <a:ext cx="5422392" cy="6291072"/>
          </a:xfrm>
          <a:custGeom>
            <a:avLst/>
            <a:gdLst/>
            <a:ahLst/>
            <a:cxnLst/>
            <a:rect l="l" t="t" r="r" b="b"/>
            <a:pathLst>
              <a:path w="5422392" h="6291072">
                <a:moveTo>
                  <a:pt x="4425696" y="6291072"/>
                </a:moveTo>
                <a:lnTo>
                  <a:pt x="0" y="6291072"/>
                </a:lnTo>
                <a:lnTo>
                  <a:pt x="0" y="393192"/>
                </a:lnTo>
                <a:cubicBezTo>
                  <a:pt x="502920" y="137160"/>
                  <a:pt x="1069848" y="0"/>
                  <a:pt x="1673352" y="0"/>
                </a:cubicBezTo>
                <a:cubicBezTo>
                  <a:pt x="3739896" y="0"/>
                  <a:pt x="5422392" y="1673352"/>
                  <a:pt x="5422392" y="3749040"/>
                </a:cubicBezTo>
                <a:cubicBezTo>
                  <a:pt x="5422392" y="4727448"/>
                  <a:pt x="5047488" y="5614416"/>
                  <a:pt x="4425696" y="6291072"/>
                </a:cubicBezTo>
              </a:path>
            </a:pathLst>
          </a:custGeom>
          <a:solidFill>
            <a:schemeClr val="accent1"/>
          </a:solidFill>
        </p:spPr>
      </p:sp>
      <p:sp>
        <p:nvSpPr>
          <p:cNvPr id="9" name="Ellipse 38_#color_#strokes-2083&amp;10111"/>
          <p:cNvSpPr/>
          <p:nvPr>
            <p:custDataLst>
              <p:tags r:id="rId2"/>
            </p:custDataLst>
          </p:nvPr>
        </p:nvSpPr>
        <p:spPr>
          <a:xfrm>
            <a:off x="11314176" y="1463040"/>
            <a:ext cx="877824" cy="1399032"/>
          </a:xfrm>
          <a:custGeom>
            <a:avLst/>
            <a:gdLst/>
            <a:ahLst/>
            <a:cxnLst/>
            <a:rect l="l" t="t" r="r" b="b"/>
            <a:pathLst>
              <a:path w="877824" h="1399032">
                <a:moveTo>
                  <a:pt x="877824" y="18288"/>
                </a:moveTo>
                <a:lnTo>
                  <a:pt x="877824" y="1371600"/>
                </a:lnTo>
                <a:cubicBezTo>
                  <a:pt x="822960" y="1389888"/>
                  <a:pt x="758952" y="1399032"/>
                  <a:pt x="694944" y="1399032"/>
                </a:cubicBezTo>
                <a:cubicBezTo>
                  <a:pt x="310896" y="1399032"/>
                  <a:pt x="0" y="1088136"/>
                  <a:pt x="0" y="694944"/>
                </a:cubicBezTo>
                <a:cubicBezTo>
                  <a:pt x="0" y="310896"/>
                  <a:pt x="310896" y="0"/>
                  <a:pt x="694944" y="0"/>
                </a:cubicBezTo>
                <a:cubicBezTo>
                  <a:pt x="758952" y="0"/>
                  <a:pt x="822960" y="9144"/>
                  <a:pt x="877824" y="18288"/>
                </a:cubicBezTo>
              </a:path>
            </a:pathLst>
          </a:custGeom>
          <a:solidFill>
            <a:schemeClr val="accent1"/>
          </a:solidFill>
        </p:spPr>
      </p:sp>
      <p:sp>
        <p:nvSpPr>
          <p:cNvPr id="10" name="Ellipse 39_#color_#strokes-2082&amp;9935"/>
          <p:cNvSpPr/>
          <p:nvPr>
            <p:custDataLst>
              <p:tags r:id="rId3"/>
            </p:custDataLst>
          </p:nvPr>
        </p:nvSpPr>
        <p:spPr>
          <a:xfrm>
            <a:off x="10131552" y="301752"/>
            <a:ext cx="530352" cy="530352"/>
          </a:xfrm>
          <a:prstGeom prst="ellipse">
            <a:avLst/>
          </a:prstGeom>
          <a:solidFill>
            <a:schemeClr val="tx2">
              <a:alpha val="43000"/>
            </a:schemeClr>
          </a:solidFill>
        </p:spPr>
      </p:sp>
      <p:sp>
        <p:nvSpPr>
          <p:cNvPr id="2" name="标题 1"/>
          <p:cNvSpPr>
            <a:spLocks noGrp="1"/>
          </p:cNvSpPr>
          <p:nvPr>
            <p:ph type="title" hasCustomPrompt="1"/>
            <p:custDataLst>
              <p:tags r:id="rId4"/>
            </p:custDataLst>
          </p:nvPr>
        </p:nvSpPr>
        <p:spPr>
          <a:xfrm>
            <a:off x="5850890" y="1621790"/>
            <a:ext cx="5464175" cy="2789555"/>
          </a:xfrm>
        </p:spPr>
        <p:txBody>
          <a:bodyPr wrap="square" anchor="ctr" anchorCtr="0">
            <a:normAutofit/>
          </a:bodyPr>
          <a:lstStyle>
            <a:lvl1pPr algn="l">
              <a:defRPr sz="4800">
                <a:latin typeface="+mj-lt"/>
              </a:defRPr>
            </a:lvl1pPr>
          </a:lstStyle>
          <a:p>
            <a:r>
              <a:rPr lang="en-US" dirty="0">
                <a:latin typeface="+mj-lt"/>
              </a:rPr>
              <a:t>Click to add title</a:t>
            </a:r>
            <a:endParaRPr lang="en-US" dirty="0"/>
          </a:p>
        </p:txBody>
      </p:sp>
      <p:sp>
        <p:nvSpPr>
          <p:cNvPr id="8" name="节编号 3"/>
          <p:cNvSpPr>
            <a:spLocks noGrp="1"/>
          </p:cNvSpPr>
          <p:nvPr>
            <p:ph type="body" sz="quarter" idx="13" hasCustomPrompt="1"/>
            <p:custDataLst>
              <p:tags r:id="rId5"/>
            </p:custDataLst>
          </p:nvPr>
        </p:nvSpPr>
        <p:spPr>
          <a:xfrm>
            <a:off x="1130518" y="665438"/>
            <a:ext cx="4402908" cy="4700971"/>
          </a:xfrm>
        </p:spPr>
        <p:txBody>
          <a:bodyPr wrap="none" anchor="ctr">
            <a:normAutofit/>
          </a:bodyPr>
          <a:lstStyle>
            <a:lvl1pPr marL="0" indent="0" algn="ctr">
              <a:buNone/>
              <a:defRPr sz="15300" b="1">
                <a:solidFill>
                  <a:srgbClr val="FFFFFF"/>
                </a:solidFill>
                <a:latin typeface="+mn-lt"/>
                <a:sym typeface="Arial" panose="020B0604020202020204" pitchFamily="34" charset="0"/>
              </a:defRPr>
            </a:lvl1pPr>
          </a:lstStyle>
          <a:p>
            <a:pPr lvl="0"/>
            <a:r>
              <a:rPr lang="en-US" dirty="0">
                <a:latin typeface="+mn-lt"/>
              </a:rPr>
              <a:t>text</a:t>
            </a:r>
            <a:endParaRPr lang="en-US" dirty="0"/>
          </a:p>
        </p:txBody>
      </p:sp>
      <p:sp>
        <p:nvSpPr>
          <p:cNvPr id="4" name="日期占位符 4"/>
          <p:cNvSpPr>
            <a:spLocks noGrp="1"/>
          </p:cNvSpPr>
          <p:nvPr>
            <p:ph type="dt" sz="half" idx="10"/>
            <p:custDataLst>
              <p:tags r:id="rId6"/>
            </p:custDataLst>
          </p:nvPr>
        </p:nvSpPr>
        <p:spPr/>
        <p:txBody>
          <a:bodyPr wrap="square">
            <a:normAutofit/>
          </a:bodyPr>
          <a:lstStyle>
            <a:lvl1pPr>
              <a:defRPr>
                <a:latin typeface="Arial" panose="020B0604020202020204" pitchFamily="34" charset="0"/>
                <a:cs typeface="Arial" panose="020B0604020202020204" pitchFamily="34" charset="0"/>
                <a:sym typeface="Arial" panose="020B0604020202020204" pitchFamily="34" charset="0"/>
              </a:defRPr>
            </a:lvl1pPr>
          </a:lstStyle>
          <a:p>
            <a:r>
              <a:rPr lang="en-US"/>
              <a:t>Date Area</a:t>
            </a:r>
          </a:p>
        </p:txBody>
      </p:sp>
      <p:sp>
        <p:nvSpPr>
          <p:cNvPr id="5" name="页脚占位符 5"/>
          <p:cNvSpPr>
            <a:spLocks noGrp="1"/>
          </p:cNvSpPr>
          <p:nvPr>
            <p:ph type="ftr" sz="quarter" idx="11"/>
            <p:custDataLst>
              <p:tags r:id="rId7"/>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endParaRPr lang="en-US"/>
          </a:p>
        </p:txBody>
      </p:sp>
      <p:sp>
        <p:nvSpPr>
          <p:cNvPr id="6" name="灯片编号占位符 6"/>
          <p:cNvSpPr>
            <a:spLocks noGrp="1"/>
          </p:cNvSpPr>
          <p:nvPr>
            <p:ph type="sldNum" sz="quarter" idx="12"/>
            <p:custDataLst>
              <p:tags r:id="rId8"/>
            </p:custDataLst>
          </p:nvPr>
        </p:nvSpPr>
        <p:spPr/>
        <p:txBody>
          <a:bodyPr wrap="square">
            <a:normAutofit/>
          </a:bodyPr>
          <a:lstStyle>
            <a:lvl1pPr>
              <a:defRPr>
                <a:latin typeface="Arial" panose="020B0604020202020204" pitchFamily="34" charset="0"/>
                <a:cs typeface="Arial" panose="020B0604020202020204" pitchFamily="34" charset="0"/>
                <a:sym typeface="Arial" panose="020B0604020202020204" pitchFamily="34" charset="0"/>
              </a:defRPr>
            </a:lvl1pPr>
          </a:lstStyle>
          <a:p>
            <a:fld id="{BE5F26B5-172A-4DC2-B0B7-181CFC56B87C}" type="slidenum">
              <a:rPr lang="en-US" smtClean="0"/>
              <a:t>‹#›</a:t>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Only">
    <p:spTree>
      <p:nvGrpSpPr>
        <p:cNvPr id="1" name=""/>
        <p:cNvGrpSpPr/>
        <p:nvPr/>
      </p:nvGrpSpPr>
      <p:grpSpPr>
        <a:xfrm>
          <a:off x="0" y="0"/>
          <a:ext cx="0" cy="0"/>
          <a:chOff x="0" y="0"/>
          <a:chExt cx="0" cy="0"/>
        </a:xfrm>
      </p:grpSpPr>
      <p:sp>
        <p:nvSpPr>
          <p:cNvPr id="3" name="内容占位符 1"/>
          <p:cNvSpPr>
            <a:spLocks noGrp="1"/>
          </p:cNvSpPr>
          <p:nvPr>
            <p:ph idx="1" hasCustomPrompt="1"/>
            <p:custDataLst>
              <p:tags r:id="rId1"/>
            </p:custDataLst>
          </p:nvPr>
        </p:nvSpPr>
        <p:spPr>
          <a:xfrm>
            <a:off x="838200" y="360000"/>
            <a:ext cx="10515600" cy="5817600"/>
          </a:xfrm>
        </p:spPr>
        <p:txBody>
          <a:bodyPr wrap="square">
            <a:normAutofit/>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latin typeface="+mn-lt"/>
              </a:rPr>
              <a:t>Click to add text</a:t>
            </a:r>
            <a:endParaRPr lang="en-US" dirty="0"/>
          </a:p>
        </p:txBody>
      </p:sp>
      <p:sp>
        <p:nvSpPr>
          <p:cNvPr id="4" name="日期占位符 2"/>
          <p:cNvSpPr>
            <a:spLocks noGrp="1"/>
          </p:cNvSpPr>
          <p:nvPr>
            <p:ph type="dt" sz="half" idx="10"/>
            <p:custDataLst>
              <p:tags r:id="rId2"/>
            </p:custDataLst>
          </p:nvPr>
        </p:nvSpPr>
        <p:spPr/>
        <p:txBody>
          <a:bodyPr wrap="square">
            <a:normAutofit/>
          </a:bodyPr>
          <a:lstStyle>
            <a:lvl1pPr>
              <a:defRPr>
                <a:latin typeface="Arial" panose="020B0604020202020204" pitchFamily="34" charset="0"/>
                <a:cs typeface="Arial" panose="020B0604020202020204" pitchFamily="34" charset="0"/>
                <a:sym typeface="Arial" panose="020B0604020202020204" pitchFamily="34" charset="0"/>
              </a:defRPr>
            </a:lvl1pPr>
          </a:lstStyle>
          <a:p>
            <a:r>
              <a:rPr lang="en-US"/>
              <a:t>Date Area</a:t>
            </a:r>
          </a:p>
        </p:txBody>
      </p:sp>
      <p:sp>
        <p:nvSpPr>
          <p:cNvPr id="5" name="页脚占位符 3"/>
          <p:cNvSpPr>
            <a:spLocks noGrp="1"/>
          </p:cNvSpPr>
          <p:nvPr>
            <p:ph type="ftr" sz="quarter" idx="11"/>
            <p:custDataLst>
              <p:tags r:id="rId3"/>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endParaRPr lang="en-US"/>
          </a:p>
        </p:txBody>
      </p:sp>
      <p:sp>
        <p:nvSpPr>
          <p:cNvPr id="6" name="灯片编号占位符 4"/>
          <p:cNvSpPr>
            <a:spLocks noGrp="1"/>
          </p:cNvSpPr>
          <p:nvPr>
            <p:ph type="sldNum" sz="quarter" idx="12"/>
            <p:custDataLst>
              <p:tags r:id="rId4"/>
            </p:custDataLst>
          </p:nvPr>
        </p:nvSpPr>
        <p:spPr/>
        <p:txBody>
          <a:bodyPr wrap="square">
            <a:normAutofit/>
          </a:bodyPr>
          <a:lstStyle>
            <a:lvl1pPr>
              <a:defRPr>
                <a:latin typeface="Arial" panose="020B0604020202020204" pitchFamily="34" charset="0"/>
                <a:cs typeface="Arial" panose="020B0604020202020204" pitchFamily="34" charset="0"/>
                <a:sym typeface="Arial" panose="020B0604020202020204" pitchFamily="34" charset="0"/>
              </a:defRPr>
            </a:lvl1pPr>
          </a:lstStyle>
          <a:p>
            <a:fld id="{BE5F26B5-172A-4DC2-B0B7-181CFC56B87C}" type="slidenum">
              <a:rPr lang="en-US" smtClean="0"/>
              <a:t>‹#›</a:t>
            </a:fld>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694800" y="360000"/>
            <a:ext cx="10800000" cy="720000"/>
          </a:xfrm>
        </p:spPr>
        <p:txBody>
          <a:bodyPr vert="horz" wrap="square" lIns="0" tIns="0" rIns="0" bIns="0" rtlCol="0" anchor="b">
            <a:normAutofit/>
          </a:bodyPr>
          <a:lstStyle>
            <a:lvl1pPr>
              <a:defRPr lang="en-US" dirty="0">
                <a:latin typeface="+mj-lt"/>
              </a:defRPr>
            </a:lvl1pPr>
          </a:lstStyle>
          <a:p>
            <a:pPr lvl="0"/>
            <a:r>
              <a:rPr lang="en-US" dirty="0">
                <a:latin typeface="+mj-lt"/>
              </a:rPr>
              <a:t>Click to add title</a:t>
            </a:r>
            <a:endParaRPr lang="en-US" dirty="0"/>
          </a:p>
        </p:txBody>
      </p:sp>
      <p:sp>
        <p:nvSpPr>
          <p:cNvPr id="3" name="文本占位符 2"/>
          <p:cNvSpPr>
            <a:spLocks noGrp="1"/>
          </p:cNvSpPr>
          <p:nvPr>
            <p:ph type="body" idx="1" hasCustomPrompt="1"/>
            <p:custDataLst>
              <p:tags r:id="rId2"/>
            </p:custDataLst>
          </p:nvPr>
        </p:nvSpPr>
        <p:spPr>
          <a:xfrm>
            <a:off x="694800" y="1296000"/>
            <a:ext cx="10800000" cy="576000"/>
          </a:xfrm>
        </p:spPr>
        <p:txBody>
          <a:bodyPr wrap="square" anchor="t">
            <a:normAutofit/>
          </a:bodyPr>
          <a:lstStyle>
            <a:lvl1pPr marL="0" indent="0">
              <a:buNone/>
              <a:defRPr sz="2400" b="0">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r>
              <a:rPr lang="en-US" dirty="0">
                <a:latin typeface="+mj-lt"/>
              </a:rPr>
              <a:t>Click to add text</a:t>
            </a:r>
            <a:endParaRPr lang="en-US" dirty="0"/>
          </a:p>
        </p:txBody>
      </p:sp>
      <p:sp>
        <p:nvSpPr>
          <p:cNvPr id="7" name="日期占位符 3"/>
          <p:cNvSpPr>
            <a:spLocks noGrp="1"/>
          </p:cNvSpPr>
          <p:nvPr>
            <p:ph type="dt" sz="half" idx="10"/>
            <p:custDataLst>
              <p:tags r:id="rId3"/>
            </p:custDataLst>
          </p:nvPr>
        </p:nvSpPr>
        <p:spPr/>
        <p:txBody>
          <a:bodyPr wrap="square">
            <a:normAutofit/>
          </a:bodyPr>
          <a:lstStyle>
            <a:lvl1pPr>
              <a:defRPr>
                <a:latin typeface="Arial" panose="020B0604020202020204" pitchFamily="34" charset="0"/>
                <a:cs typeface="Arial" panose="020B0604020202020204" pitchFamily="34" charset="0"/>
                <a:sym typeface="Arial" panose="020B0604020202020204" pitchFamily="34" charset="0"/>
              </a:defRPr>
            </a:lvl1pPr>
          </a:lstStyle>
          <a:p>
            <a:r>
              <a:rPr lang="en-US"/>
              <a:t>Date Area</a:t>
            </a:r>
          </a:p>
        </p:txBody>
      </p:sp>
      <p:sp>
        <p:nvSpPr>
          <p:cNvPr id="8" name="页脚占位符 4"/>
          <p:cNvSpPr>
            <a:spLocks noGrp="1"/>
          </p:cNvSpPr>
          <p:nvPr>
            <p:ph type="ftr" sz="quarter" idx="11"/>
            <p:custDataLst>
              <p:tags r:id="rId4"/>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endParaRPr lang="en-US"/>
          </a:p>
        </p:txBody>
      </p:sp>
      <p:sp>
        <p:nvSpPr>
          <p:cNvPr id="9" name="灯片编号占位符 5"/>
          <p:cNvSpPr>
            <a:spLocks noGrp="1"/>
          </p:cNvSpPr>
          <p:nvPr>
            <p:ph type="sldNum" sz="quarter" idx="12"/>
            <p:custDataLst>
              <p:tags r:id="rId5"/>
            </p:custDataLst>
          </p:nvPr>
        </p:nvSpPr>
        <p:spPr/>
        <p:txBody>
          <a:bodyPr wrap="square">
            <a:normAutofit/>
          </a:bodyPr>
          <a:lstStyle>
            <a:lvl1pPr>
              <a:defRPr>
                <a:latin typeface="Arial" panose="020B0604020202020204" pitchFamily="34" charset="0"/>
                <a:cs typeface="Arial" panose="020B0604020202020204" pitchFamily="34" charset="0"/>
                <a:sym typeface="Arial" panose="020B0604020202020204" pitchFamily="34" charset="0"/>
              </a:defRPr>
            </a:lvl1pPr>
          </a:lstStyle>
          <a:p>
            <a:fld id="{BE5F26B5-172A-4DC2-B0B7-181CFC56B87C}" type="slidenum">
              <a:rPr lang="en-US" smtClean="0"/>
              <a:t>‹#›</a:t>
            </a:fld>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sp>
        <p:nvSpPr>
          <p:cNvPr id="7" name="Ellipse 36-2083&amp;10120"/>
          <p:cNvSpPr/>
          <p:nvPr>
            <p:custDataLst>
              <p:tags r:id="rId1"/>
            </p:custDataLst>
          </p:nvPr>
        </p:nvSpPr>
        <p:spPr>
          <a:xfrm>
            <a:off x="0" y="2679192"/>
            <a:ext cx="5056632" cy="4178808"/>
          </a:xfrm>
          <a:custGeom>
            <a:avLst/>
            <a:gdLst/>
            <a:ahLst/>
            <a:cxnLst/>
            <a:rect l="l" t="t" r="r" b="b"/>
            <a:pathLst>
              <a:path w="5056632" h="4178808">
                <a:moveTo>
                  <a:pt x="4837176" y="4178808"/>
                </a:moveTo>
                <a:lnTo>
                  <a:pt x="0" y="4178808"/>
                </a:lnTo>
                <a:lnTo>
                  <a:pt x="0" y="758952"/>
                </a:lnTo>
                <a:cubicBezTo>
                  <a:pt x="539496" y="283464"/>
                  <a:pt x="1243584" y="0"/>
                  <a:pt x="2011680" y="0"/>
                </a:cubicBezTo>
                <a:cubicBezTo>
                  <a:pt x="3694176" y="0"/>
                  <a:pt x="5056632" y="1362456"/>
                  <a:pt x="5056632" y="3044952"/>
                </a:cubicBezTo>
                <a:cubicBezTo>
                  <a:pt x="5056632" y="3447288"/>
                  <a:pt x="4974336" y="3831336"/>
                  <a:pt x="4837176" y="4178808"/>
                </a:cubicBezTo>
              </a:path>
            </a:pathLst>
          </a:custGeom>
          <a:solidFill>
            <a:schemeClr val="tx2">
              <a:alpha val="5000"/>
            </a:schemeClr>
          </a:solidFill>
        </p:spPr>
      </p:sp>
      <p:sp>
        <p:nvSpPr>
          <p:cNvPr id="8" name="Ellipse 38_#color_#strokes-2082&amp;9949"/>
          <p:cNvSpPr/>
          <p:nvPr>
            <p:custDataLst>
              <p:tags r:id="rId2"/>
            </p:custDataLst>
          </p:nvPr>
        </p:nvSpPr>
        <p:spPr>
          <a:xfrm>
            <a:off x="9537192" y="1152144"/>
            <a:ext cx="1298448" cy="1298448"/>
          </a:xfrm>
          <a:prstGeom prst="ellipse">
            <a:avLst/>
          </a:prstGeom>
          <a:solidFill>
            <a:schemeClr val="tx2">
              <a:alpha val="43000"/>
            </a:schemeClr>
          </a:solidFill>
        </p:spPr>
      </p:sp>
      <p:sp>
        <p:nvSpPr>
          <p:cNvPr id="9" name="Ellipse 37 (Stroke)_#color-2083&amp;10123"/>
          <p:cNvSpPr/>
          <p:nvPr>
            <p:custDataLst>
              <p:tags r:id="rId3"/>
            </p:custDataLst>
          </p:nvPr>
        </p:nvSpPr>
        <p:spPr>
          <a:xfrm>
            <a:off x="0" y="0"/>
            <a:ext cx="2368296" cy="3410712"/>
          </a:xfrm>
          <a:custGeom>
            <a:avLst/>
            <a:gdLst/>
            <a:ahLst/>
            <a:cxnLst/>
            <a:rect l="l" t="t" r="r" b="b"/>
            <a:pathLst>
              <a:path w="2368296" h="3410712">
                <a:moveTo>
                  <a:pt x="0" y="2834640"/>
                </a:moveTo>
                <a:cubicBezTo>
                  <a:pt x="54864" y="2834640"/>
                  <a:pt x="109728" y="2834640"/>
                  <a:pt x="164592" y="2834640"/>
                </a:cubicBezTo>
                <a:cubicBezTo>
                  <a:pt x="1069848" y="2834640"/>
                  <a:pt x="1801368" y="2112264"/>
                  <a:pt x="1801368" y="1207008"/>
                </a:cubicBezTo>
                <a:cubicBezTo>
                  <a:pt x="1801368" y="731520"/>
                  <a:pt x="1591056" y="301752"/>
                  <a:pt x="1261872" y="0"/>
                </a:cubicBezTo>
                <a:lnTo>
                  <a:pt x="2011680" y="0"/>
                </a:lnTo>
                <a:cubicBezTo>
                  <a:pt x="2240280" y="347472"/>
                  <a:pt x="2368296" y="758952"/>
                  <a:pt x="2368296" y="1207008"/>
                </a:cubicBezTo>
                <a:cubicBezTo>
                  <a:pt x="2368296" y="2423160"/>
                  <a:pt x="1380744" y="3410712"/>
                  <a:pt x="164592" y="3410712"/>
                </a:cubicBezTo>
                <a:cubicBezTo>
                  <a:pt x="109728" y="3410712"/>
                  <a:pt x="54864" y="3410712"/>
                  <a:pt x="0" y="3401568"/>
                </a:cubicBezTo>
                <a:lnTo>
                  <a:pt x="0" y="2834640"/>
                </a:lnTo>
              </a:path>
            </a:pathLst>
          </a:custGeom>
          <a:solidFill>
            <a:schemeClr val="accent1"/>
          </a:solidFill>
        </p:spPr>
      </p:sp>
      <p:sp>
        <p:nvSpPr>
          <p:cNvPr id="11" name="Ellipse 40_#color_#strokes-2082&amp;9950"/>
          <p:cNvSpPr/>
          <p:nvPr>
            <p:custDataLst>
              <p:tags r:id="rId4"/>
            </p:custDataLst>
          </p:nvPr>
        </p:nvSpPr>
        <p:spPr>
          <a:xfrm>
            <a:off x="10899648" y="3429000"/>
            <a:ext cx="530352" cy="530352"/>
          </a:xfrm>
          <a:prstGeom prst="ellipse">
            <a:avLst/>
          </a:prstGeom>
          <a:solidFill>
            <a:schemeClr val="accent1"/>
          </a:solidFill>
        </p:spPr>
      </p:sp>
      <p:sp>
        <p:nvSpPr>
          <p:cNvPr id="2" name="标题 1"/>
          <p:cNvSpPr>
            <a:spLocks noGrp="1"/>
          </p:cNvSpPr>
          <p:nvPr>
            <p:ph type="ctrTitle" hasCustomPrompt="1"/>
            <p:custDataLst>
              <p:tags r:id="rId5"/>
            </p:custDataLst>
          </p:nvPr>
        </p:nvSpPr>
        <p:spPr>
          <a:xfrm>
            <a:off x="1841500" y="555752"/>
            <a:ext cx="10096500" cy="3249648"/>
          </a:xfrm>
        </p:spPr>
        <p:txBody>
          <a:bodyPr wrap="square" anchor="b">
            <a:normAutofit/>
          </a:bodyPr>
          <a:lstStyle>
            <a:lvl1pPr algn="l">
              <a:lnSpc>
                <a:spcPct val="100000"/>
              </a:lnSpc>
              <a:defRPr sz="5800">
                <a:latin typeface="+mj-lt"/>
              </a:defRPr>
            </a:lvl1pPr>
          </a:lstStyle>
          <a:p>
            <a:r>
              <a:rPr lang="en-US" dirty="0">
                <a:latin typeface="+mj-lt"/>
              </a:rPr>
              <a:t>Click to add title</a:t>
            </a:r>
            <a:endParaRPr lang="en-US" dirty="0"/>
          </a:p>
        </p:txBody>
      </p:sp>
      <p:sp>
        <p:nvSpPr>
          <p:cNvPr id="4" name="日期占位符 3"/>
          <p:cNvSpPr>
            <a:spLocks noGrp="1"/>
          </p:cNvSpPr>
          <p:nvPr>
            <p:ph type="dt" sz="half" idx="10"/>
            <p:custDataLst>
              <p:tags r:id="rId6"/>
            </p:custDataLst>
          </p:nvPr>
        </p:nvSpPr>
        <p:spPr/>
        <p:txBody>
          <a:bodyPr wrap="square">
            <a:normAutofit/>
          </a:bodyPr>
          <a:lstStyle>
            <a:lvl1pPr>
              <a:defRPr>
                <a:latin typeface="Arial" panose="020B0604020202020204" pitchFamily="34" charset="0"/>
                <a:cs typeface="Arial" panose="020B0604020202020204" pitchFamily="34" charset="0"/>
                <a:sym typeface="Arial" panose="020B0604020202020204" pitchFamily="34" charset="0"/>
              </a:defRPr>
            </a:lvl1pPr>
          </a:lstStyle>
          <a:p>
            <a:r>
              <a:rPr lang="en-US"/>
              <a:t>Date Area</a:t>
            </a:r>
          </a:p>
        </p:txBody>
      </p:sp>
      <p:sp>
        <p:nvSpPr>
          <p:cNvPr id="5" name="页脚占位符 4"/>
          <p:cNvSpPr>
            <a:spLocks noGrp="1"/>
          </p:cNvSpPr>
          <p:nvPr>
            <p:ph type="ftr" sz="quarter" idx="11"/>
            <p:custDataLst>
              <p:tags r:id="rId7"/>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endParaRPr lang="en-US"/>
          </a:p>
        </p:txBody>
      </p:sp>
      <p:sp>
        <p:nvSpPr>
          <p:cNvPr id="6" name="灯片编号占位符 5"/>
          <p:cNvSpPr>
            <a:spLocks noGrp="1"/>
          </p:cNvSpPr>
          <p:nvPr>
            <p:ph type="sldNum" sz="quarter" idx="12"/>
            <p:custDataLst>
              <p:tags r:id="rId8"/>
            </p:custDataLst>
          </p:nvPr>
        </p:nvSpPr>
        <p:spPr>
          <a:xfrm>
            <a:off x="8610600" y="6356350"/>
            <a:ext cx="2743200" cy="365125"/>
          </a:xfrm>
        </p:spPr>
        <p:txBody>
          <a:bodyPr wrap="square">
            <a:normAutofit/>
          </a:bodyPr>
          <a:lstStyle>
            <a:lvl1pPr>
              <a:defRPr>
                <a:latin typeface="Arial" panose="020B0604020202020204" pitchFamily="34" charset="0"/>
                <a:cs typeface="Arial" panose="020B0604020202020204" pitchFamily="34" charset="0"/>
                <a:sym typeface="Arial" panose="020B0604020202020204" pitchFamily="34" charset="0"/>
              </a:defRPr>
            </a:lvl1pPr>
          </a:lstStyle>
          <a:p>
            <a:fld id="{BE5F26B5-172A-4DC2-B0B7-181CFC56B87C}" type="slidenum">
              <a:rPr lang="en-US" smtClean="0"/>
              <a:t>‹#›</a:t>
            </a:fld>
            <a:endParaRPr lang="en-US"/>
          </a:p>
        </p:txBody>
      </p:sp>
      <p:sp>
        <p:nvSpPr>
          <p:cNvPr id="24" name="署名占位符 10"/>
          <p:cNvSpPr>
            <a:spLocks noGrp="1"/>
          </p:cNvSpPr>
          <p:nvPr>
            <p:ph type="body" sz="quarter" idx="17" hasCustomPrompt="1"/>
            <p:custDataLst>
              <p:tags r:id="rId9"/>
            </p:custDataLst>
          </p:nvPr>
        </p:nvSpPr>
        <p:spPr>
          <a:xfrm>
            <a:off x="1841500" y="4217290"/>
            <a:ext cx="10096500" cy="1931921"/>
          </a:xfrm>
        </p:spPr>
        <p:txBody>
          <a:bodyPr wrap="square" anchor="t">
            <a:normAutofit/>
          </a:bodyPr>
          <a:lstStyle>
            <a:lvl1pPr marL="0" indent="0" algn="l">
              <a:lnSpc>
                <a:spcPct val="100000"/>
              </a:lnSpc>
              <a:buNone/>
              <a:defRPr sz="2400">
                <a:latin typeface="+mn-lt"/>
              </a:defRPr>
            </a:lvl1pPr>
          </a:lstStyle>
          <a:p>
            <a:pPr lvl="0"/>
            <a:r>
              <a:rPr lang="en-US" dirty="0">
                <a:latin typeface="+mn-lt"/>
              </a:rPr>
              <a:t>Click to add text</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slideLayout" Target="../slideLayouts/slideLayout23.xml"/><Relationship Id="rId18" Type="http://schemas.openxmlformats.org/officeDocument/2006/relationships/slideLayout" Target="../slideLayouts/slideLayout28.xml"/><Relationship Id="rId3" Type="http://schemas.openxmlformats.org/officeDocument/2006/relationships/slideLayout" Target="../slideLayouts/slideLayout13.xml"/><Relationship Id="rId21" Type="http://schemas.openxmlformats.org/officeDocument/2006/relationships/slideLayout" Target="../slideLayouts/slideLayout31.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17" Type="http://schemas.openxmlformats.org/officeDocument/2006/relationships/slideLayout" Target="../slideLayouts/slideLayout27.xml"/><Relationship Id="rId2" Type="http://schemas.openxmlformats.org/officeDocument/2006/relationships/slideLayout" Target="../slideLayouts/slideLayout12.xml"/><Relationship Id="rId16" Type="http://schemas.openxmlformats.org/officeDocument/2006/relationships/slideLayout" Target="../slideLayouts/slideLayout26.xml"/><Relationship Id="rId20" Type="http://schemas.openxmlformats.org/officeDocument/2006/relationships/slideLayout" Target="../slideLayouts/slideLayout30.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5" Type="http://schemas.openxmlformats.org/officeDocument/2006/relationships/slideLayout" Target="../slideLayouts/slideLayout25.xml"/><Relationship Id="rId23" Type="http://schemas.openxmlformats.org/officeDocument/2006/relationships/theme" Target="../theme/theme2.xml"/><Relationship Id="rId10" Type="http://schemas.openxmlformats.org/officeDocument/2006/relationships/slideLayout" Target="../slideLayouts/slideLayout20.xml"/><Relationship Id="rId19" Type="http://schemas.openxmlformats.org/officeDocument/2006/relationships/slideLayout" Target="../slideLayouts/slideLayout29.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slideLayout" Target="../slideLayouts/slideLayout24.xml"/><Relationship Id="rId22"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baseline="0">
                <a:solidFill>
                  <a:schemeClr val="tx1">
                    <a:tint val="75000"/>
                  </a:schemeClr>
                </a:solidFill>
              </a:defRPr>
            </a:lvl1pPr>
          </a:lstStyle>
          <a:p>
            <a:fld id="{760FBDFE-C587-4B4C-A407-44438C67B59E}" type="datetimeFigureOut">
              <a:rPr lang="en-US" smtClean="0"/>
              <a:t>6/10/2026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latin typeface="+mn-lt"/>
                <a:cs typeface="Calibri Light" panose="020F0302020204030204" pitchFamily="34" charset="0"/>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latin typeface="+mn-lt"/>
                <a:cs typeface="Calibri Light" panose="020F0302020204030204" pitchFamily="34" charset="0"/>
              </a:defRPr>
            </a:lvl1pPr>
          </a:lstStyle>
          <a:p>
            <a:fld id="{49AE70B2-8BF9-45C0-BB95-33D1B9D3A854}"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2800" b="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solidFill>
          <a:effectLst/>
          <a:latin typeface="+mn-lt"/>
          <a:ea typeface="+mn-ea"/>
          <a:cs typeface="Calibri Light" panose="020F03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effectLst/>
          <a:latin typeface="+mn-lt"/>
          <a:ea typeface="+mn-ea"/>
          <a:cs typeface="Calibri Light" panose="020F03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effectLst/>
          <a:latin typeface="+mn-lt"/>
          <a:ea typeface="+mn-ea"/>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ru-RU"/>
              <a:t>Образец заголовка</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60FBDFE-C587-4B4C-A407-44438C67B59E}" type="datetimeFigureOut">
              <a:rPr lang="en-US" smtClean="0"/>
              <a:t>6/10/2026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49AE70B2-8BF9-45C0-BB95-33D1B9D3A854}" type="slidenum">
              <a:rPr lang="en-US" smtClean="0"/>
              <a:t>‹#›</a:t>
            </a:fld>
            <a:endParaRPr lang="en-US" dirty="0"/>
          </a:p>
        </p:txBody>
      </p:sp>
    </p:spTree>
    <p:extLst>
      <p:ext uri="{BB962C8B-B14F-4D97-AF65-F5344CB8AC3E}">
        <p14:creationId xmlns:p14="http://schemas.microsoft.com/office/powerpoint/2010/main" val="2836687063"/>
      </p:ext>
    </p:extLst>
  </p:cSld>
  <p:clrMap bg1="dk1" tx1="lt1" bg2="dk2" tx2="lt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 id="2147483706" r:id="rId17"/>
    <p:sldLayoutId id="2147483662" r:id="rId18"/>
    <p:sldLayoutId id="2147483663" r:id="rId19"/>
    <p:sldLayoutId id="2147483668" r:id="rId20"/>
    <p:sldLayoutId id="2147483669" r:id="rId21"/>
    <p:sldLayoutId id="2147483670" r:id="rId22"/>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tags" Target="../tags/tag42.xml"/><Relationship Id="rId4" Type="http://schemas.openxmlformats.org/officeDocument/2006/relationships/slideLayout" Target="../slideLayouts/slideLayout27.xml"/></Relationships>
</file>

<file path=ppt/slides/_rels/slide2.xml.rels><?xml version="1.0" encoding="UTF-8" standalone="yes"?>
<Relationships xmlns="http://schemas.openxmlformats.org/package/2006/relationships"><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tags" Target="../tags/tag45.xml"/><Relationship Id="rId4"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tags" Target="../tags/tag50.xml"/><Relationship Id="rId2" Type="http://schemas.openxmlformats.org/officeDocument/2006/relationships/tags" Target="../tags/tag49.xml"/><Relationship Id="rId1" Type="http://schemas.openxmlformats.org/officeDocument/2006/relationships/tags" Target="../tags/tag48.xml"/><Relationship Id="rId4"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52.xml"/><Relationship Id="rId1" Type="http://schemas.openxmlformats.org/officeDocument/2006/relationships/tags" Target="../tags/tag5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54.xml"/><Relationship Id="rId1" Type="http://schemas.openxmlformats.org/officeDocument/2006/relationships/tags" Target="../tags/tag53.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56.xml"/><Relationship Id="rId1" Type="http://schemas.openxmlformats.org/officeDocument/2006/relationships/tags" Target="../tags/tag55.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58.xml"/><Relationship Id="rId1" Type="http://schemas.openxmlformats.org/officeDocument/2006/relationships/tags" Target="../tags/tag57.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60.xml"/><Relationship Id="rId1" Type="http://schemas.openxmlformats.org/officeDocument/2006/relationships/tags" Target="../tags/tag59.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66.xml"/><Relationship Id="rId1" Type="http://schemas.openxmlformats.org/officeDocument/2006/relationships/tags" Target="../tags/tag65.xml"/><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68.xml"/><Relationship Id="rId1" Type="http://schemas.openxmlformats.org/officeDocument/2006/relationships/tags" Target="../tags/tag67.xml"/><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tags" Target="../tags/tag69.xml"/><Relationship Id="rId4"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3F993C45-B237-4CD5-A232-CD2DFFF5AB1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6" name="Straight Connector 15">
              <a:extLst>
                <a:ext uri="{FF2B5EF4-FFF2-40B4-BE49-F238E27FC236}">
                  <a16:creationId xmlns:a16="http://schemas.microsoft.com/office/drawing/2014/main" id="{BE9EA4F6-F0E3-4DB3-8F82-B91A1F693A5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43A7345F-1794-4777-80F8-B67B01BE7F9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18" name="Rectangle 23">
              <a:extLst>
                <a:ext uri="{FF2B5EF4-FFF2-40B4-BE49-F238E27FC236}">
                  <a16:creationId xmlns:a16="http://schemas.microsoft.com/office/drawing/2014/main" id="{AEB4062E-9879-4D6E-8C9A-55D81D61C4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ru-RU"/>
            </a:p>
          </p:txBody>
        </p:sp>
        <p:sp>
          <p:nvSpPr>
            <p:cNvPr id="19" name="Rectangle 25">
              <a:extLst>
                <a:ext uri="{FF2B5EF4-FFF2-40B4-BE49-F238E27FC236}">
                  <a16:creationId xmlns:a16="http://schemas.microsoft.com/office/drawing/2014/main" id="{E0E1E50E-9B56-49FC-AC93-34C80F4385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ru-RU"/>
            </a:p>
          </p:txBody>
        </p:sp>
        <p:sp>
          <p:nvSpPr>
            <p:cNvPr id="20" name="Isosceles Triangle 19">
              <a:extLst>
                <a:ext uri="{FF2B5EF4-FFF2-40B4-BE49-F238E27FC236}">
                  <a16:creationId xmlns:a16="http://schemas.microsoft.com/office/drawing/2014/main" id="{786CF095-2697-4E6D-832B-E71B7C8D6D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ru-RU"/>
            </a:p>
          </p:txBody>
        </p:sp>
        <p:sp>
          <p:nvSpPr>
            <p:cNvPr id="21" name="Rectangle 27">
              <a:extLst>
                <a:ext uri="{FF2B5EF4-FFF2-40B4-BE49-F238E27FC236}">
                  <a16:creationId xmlns:a16="http://schemas.microsoft.com/office/drawing/2014/main" id="{A93A2EA0-D245-490B-A61D-8B32A8DF49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ru-RU"/>
            </a:p>
          </p:txBody>
        </p:sp>
        <p:sp>
          <p:nvSpPr>
            <p:cNvPr id="22" name="Rectangle 28">
              <a:extLst>
                <a:ext uri="{FF2B5EF4-FFF2-40B4-BE49-F238E27FC236}">
                  <a16:creationId xmlns:a16="http://schemas.microsoft.com/office/drawing/2014/main" id="{6BAC7BF2-009C-48C7-A7F2-2139B5079D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ru-RU"/>
            </a:p>
          </p:txBody>
        </p:sp>
        <p:sp>
          <p:nvSpPr>
            <p:cNvPr id="23" name="Rectangle 29">
              <a:extLst>
                <a:ext uri="{FF2B5EF4-FFF2-40B4-BE49-F238E27FC236}">
                  <a16:creationId xmlns:a16="http://schemas.microsoft.com/office/drawing/2014/main" id="{7D60F62B-3828-4F12-B884-8A89253251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ru-RU"/>
            </a:p>
          </p:txBody>
        </p:sp>
        <p:sp>
          <p:nvSpPr>
            <p:cNvPr id="24" name="Isosceles Triangle 23">
              <a:extLst>
                <a:ext uri="{FF2B5EF4-FFF2-40B4-BE49-F238E27FC236}">
                  <a16:creationId xmlns:a16="http://schemas.microsoft.com/office/drawing/2014/main" id="{D8A41293-53F5-4380-B216-EB66A4353B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ru-RU"/>
            </a:p>
          </p:txBody>
        </p:sp>
        <p:sp>
          <p:nvSpPr>
            <p:cNvPr id="25" name="Isosceles Triangle 24">
              <a:extLst>
                <a:ext uri="{FF2B5EF4-FFF2-40B4-BE49-F238E27FC236}">
                  <a16:creationId xmlns:a16="http://schemas.microsoft.com/office/drawing/2014/main" id="{A6DDE673-E05B-400B-B6E1-335E425D87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ru-RU"/>
            </a:p>
          </p:txBody>
        </p:sp>
      </p:grpSp>
      <p:sp useBgFill="1">
        <p:nvSpPr>
          <p:cNvPr id="27" name="Rectangle 26">
            <a:extLst>
              <a:ext uri="{FF2B5EF4-FFF2-40B4-BE49-F238E27FC236}">
                <a16:creationId xmlns:a16="http://schemas.microsoft.com/office/drawing/2014/main" id="{2783C067-F8BF-4755-B516-8A0CD74CF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664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Isosceles Triangle 28">
            <a:extLst>
              <a:ext uri="{FF2B5EF4-FFF2-40B4-BE49-F238E27FC236}">
                <a16:creationId xmlns:a16="http://schemas.microsoft.com/office/drawing/2014/main" id="{2ED796EC-E7FF-46DB-B912-FB08BF12AA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ru-RU"/>
          </a:p>
        </p:txBody>
      </p:sp>
      <p:sp>
        <p:nvSpPr>
          <p:cNvPr id="31" name="Isosceles Triangle 30">
            <a:extLst>
              <a:ext uri="{FF2B5EF4-FFF2-40B4-BE49-F238E27FC236}">
                <a16:creationId xmlns:a16="http://schemas.microsoft.com/office/drawing/2014/main" id="{549A2DAB-B431-487D-95AD-BB0FECB49E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38534" y="3818467"/>
            <a:ext cx="4450292" cy="3039533"/>
          </a:xfrm>
          <a:prstGeom prst="triangle">
            <a:avLst>
              <a:gd name="adj" fmla="val 100000"/>
            </a:avLst>
          </a:prstGeom>
          <a:solidFill>
            <a:schemeClr val="accent1">
              <a:alpha val="88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ru-RU"/>
          </a:p>
        </p:txBody>
      </p:sp>
      <p:cxnSp>
        <p:nvCxnSpPr>
          <p:cNvPr id="33" name="Straight Connector 32">
            <a:extLst>
              <a:ext uri="{FF2B5EF4-FFF2-40B4-BE49-F238E27FC236}">
                <a16:creationId xmlns:a16="http://schemas.microsoft.com/office/drawing/2014/main" id="{C5ECDEE1-7093-418F-9CF5-24EEB115C1C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134600" y="0"/>
            <a:ext cx="1727200" cy="6858000"/>
          </a:xfrm>
          <a:prstGeom prst="line">
            <a:avLst/>
          </a:prstGeom>
          <a:ln w="15875" cap="sq">
            <a:solidFill>
              <a:schemeClr val="accent2"/>
            </a:solidFill>
            <a:beve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045062AF-EB11-4651-BC4A-4DA21768D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15875">
            <a:solidFill>
              <a:schemeClr val="accent1"/>
            </a:solidFill>
          </a:ln>
        </p:spPr>
        <p:style>
          <a:lnRef idx="2">
            <a:schemeClr val="accent1"/>
          </a:lnRef>
          <a:fillRef idx="0">
            <a:schemeClr val="accent1"/>
          </a:fillRef>
          <a:effectRef idx="1">
            <a:schemeClr val="accent1"/>
          </a:effectRef>
          <a:fontRef idx="minor">
            <a:schemeClr val="tx1"/>
          </a:fontRef>
        </p:style>
      </p:cxnSp>
      <p:sp>
        <p:nvSpPr>
          <p:cNvPr id="10" name="署名"/>
          <p:cNvSpPr>
            <a:spLocks noGrp="1"/>
          </p:cNvSpPr>
          <p:nvPr>
            <p:ph type="body" sz="quarter" idx="17"/>
            <p:custDataLst>
              <p:tags r:id="rId2"/>
            </p:custDataLst>
          </p:nvPr>
        </p:nvSpPr>
        <p:spPr>
          <a:xfrm>
            <a:off x="1507067" y="4050833"/>
            <a:ext cx="7766936" cy="1096899"/>
          </a:xfrm>
        </p:spPr>
        <p:txBody>
          <a:bodyPr vert="horz" lIns="91440" tIns="45720" rIns="91440" bIns="45720" rtlCol="0" anchor="t">
            <a:normAutofit/>
          </a:bodyPr>
          <a:lstStyle/>
          <a:p>
            <a:pPr algn="ctr"/>
            <a:r>
              <a:rPr lang="en-US" altLang="en-US" sz="1800" dirty="0" err="1">
                <a:solidFill>
                  <a:schemeClr val="tx1">
                    <a:lumMod val="50000"/>
                    <a:lumOff val="50000"/>
                  </a:schemeClr>
                </a:solidFill>
              </a:rPr>
              <a:t>Подготовил</a:t>
            </a:r>
            <a:r>
              <a:rPr lang="en-US" altLang="en-US" sz="1800" dirty="0">
                <a:solidFill>
                  <a:schemeClr val="tx1">
                    <a:lumMod val="50000"/>
                    <a:lumOff val="50000"/>
                  </a:schemeClr>
                </a:solidFill>
              </a:rPr>
              <a:t>: Цыбко Владимир, </a:t>
            </a:r>
            <a:r>
              <a:rPr lang="en-US" altLang="en-US" sz="1800" dirty="0" err="1">
                <a:solidFill>
                  <a:schemeClr val="tx1">
                    <a:lumMod val="50000"/>
                    <a:lumOff val="50000"/>
                  </a:schemeClr>
                </a:solidFill>
              </a:rPr>
              <a:t>группа</a:t>
            </a:r>
            <a:r>
              <a:rPr lang="en-US" altLang="en-US" sz="1800" dirty="0">
                <a:solidFill>
                  <a:schemeClr val="tx1">
                    <a:lumMod val="50000"/>
                    <a:lumOff val="50000"/>
                  </a:schemeClr>
                </a:solidFill>
              </a:rPr>
              <a:t> КТбо3-2</a:t>
            </a:r>
          </a:p>
        </p:txBody>
      </p:sp>
      <p:sp>
        <p:nvSpPr>
          <p:cNvPr id="4" name="标题"/>
          <p:cNvSpPr>
            <a:spLocks noGrp="1"/>
          </p:cNvSpPr>
          <p:nvPr>
            <p:ph type="ctrTitle"/>
            <p:custDataLst>
              <p:tags r:id="rId3"/>
            </p:custDataLst>
          </p:nvPr>
        </p:nvSpPr>
        <p:spPr>
          <a:xfrm>
            <a:off x="1507067" y="1397000"/>
            <a:ext cx="7766936" cy="2653836"/>
          </a:xfrm>
        </p:spPr>
        <p:txBody>
          <a:bodyPr vert="horz" lIns="91440" tIns="45720" rIns="91440" bIns="45720" rtlCol="0" anchor="b">
            <a:normAutofit/>
          </a:bodyPr>
          <a:lstStyle/>
          <a:p>
            <a:pPr algn="ctr"/>
            <a:r>
              <a:rPr lang="ru-RU" altLang="en-US" sz="5400" dirty="0"/>
              <a:t>Учёт материалов и услуг для строительной фирмы</a:t>
            </a:r>
            <a:endParaRPr lang="en-US" altLang="en-US" sz="5400" dirty="0"/>
          </a:p>
        </p:txBody>
      </p:sp>
      <p:sp>
        <p:nvSpPr>
          <p:cNvPr id="37" name="Rectangle 27">
            <a:extLst>
              <a:ext uri="{FF2B5EF4-FFF2-40B4-BE49-F238E27FC236}">
                <a16:creationId xmlns:a16="http://schemas.microsoft.com/office/drawing/2014/main" id="{0819F787-32B4-46A8-BC57-C6571BCEE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25641" y="0"/>
            <a:ext cx="1766359" cy="6858000"/>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ru-RU"/>
          </a:p>
        </p:txBody>
      </p:sp>
    </p:spTree>
    <p:custDataLst>
      <p:tags r:id="rId1"/>
    </p:custData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56" name="Rectangle 35">
            <a:extLst>
              <a:ext uri="{FF2B5EF4-FFF2-40B4-BE49-F238E27FC236}">
                <a16:creationId xmlns:a16="http://schemas.microsoft.com/office/drawing/2014/main" id="{8DF4D7F6-81B5-452A-9CE6-76D81F91D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p:cNvSpPr>
            <a:spLocks noGrp="1"/>
          </p:cNvSpPr>
          <p:nvPr>
            <p:ph type="title"/>
            <p:custDataLst>
              <p:tags r:id="rId2"/>
            </p:custDataLst>
          </p:nvPr>
        </p:nvSpPr>
        <p:spPr>
          <a:xfrm>
            <a:off x="1333502" y="609600"/>
            <a:ext cx="8596668" cy="1320800"/>
          </a:xfrm>
        </p:spPr>
        <p:txBody>
          <a:bodyPr>
            <a:normAutofit/>
          </a:bodyPr>
          <a:lstStyle/>
          <a:p>
            <a:r>
              <a:rPr lang="en-US" altLang="en-US">
                <a:sym typeface="+mn-ea"/>
              </a:rPr>
              <a:t>Область применения системы</a:t>
            </a:r>
            <a:endParaRPr lang="ru-RU" altLang="en-US" dirty="0"/>
          </a:p>
        </p:txBody>
      </p:sp>
      <p:sp>
        <p:nvSpPr>
          <p:cNvPr id="57" name="Isosceles Triangle 37">
            <a:extLst>
              <a:ext uri="{FF2B5EF4-FFF2-40B4-BE49-F238E27FC236}">
                <a16:creationId xmlns:a16="http://schemas.microsoft.com/office/drawing/2014/main" id="{4600514D-20FB-4559-97DC-D1DC39E6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ru-RU"/>
          </a:p>
        </p:txBody>
      </p:sp>
      <p:sp>
        <p:nvSpPr>
          <p:cNvPr id="58" name="Isosceles Triangle 39">
            <a:extLst>
              <a:ext uri="{FF2B5EF4-FFF2-40B4-BE49-F238E27FC236}">
                <a16:creationId xmlns:a16="http://schemas.microsoft.com/office/drawing/2014/main" id="{266F638A-E405-4AC0-B984-72E5813B0D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38534" y="3818467"/>
            <a:ext cx="4450292" cy="3039533"/>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ru-RU"/>
          </a:p>
        </p:txBody>
      </p:sp>
      <p:cxnSp>
        <p:nvCxnSpPr>
          <p:cNvPr id="59" name="Straight Connector 41">
            <a:extLst>
              <a:ext uri="{FF2B5EF4-FFF2-40B4-BE49-F238E27FC236}">
                <a16:creationId xmlns:a16="http://schemas.microsoft.com/office/drawing/2014/main" id="{7D1CBE93-B17D-4509-843C-82287C3803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134600" y="0"/>
            <a:ext cx="1727200" cy="6858000"/>
          </a:xfrm>
          <a:prstGeom prst="line">
            <a:avLst/>
          </a:prstGeom>
          <a:ln w="15875" cap="sq">
            <a:solidFill>
              <a:schemeClr val="accent2"/>
            </a:solidFill>
            <a:bevel/>
          </a:ln>
        </p:spPr>
        <p:style>
          <a:lnRef idx="2">
            <a:schemeClr val="accent1"/>
          </a:lnRef>
          <a:fillRef idx="0">
            <a:schemeClr val="accent1"/>
          </a:fillRef>
          <a:effectRef idx="1">
            <a:schemeClr val="accent1"/>
          </a:effectRef>
          <a:fontRef idx="minor">
            <a:schemeClr val="tx1"/>
          </a:fontRef>
        </p:style>
      </p:cxnSp>
      <p:cxnSp>
        <p:nvCxnSpPr>
          <p:cNvPr id="60" name="Straight Connector 43">
            <a:extLst>
              <a:ext uri="{FF2B5EF4-FFF2-40B4-BE49-F238E27FC236}">
                <a16:creationId xmlns:a16="http://schemas.microsoft.com/office/drawing/2014/main" id="{AE6277B4-6A43-48AB-89B2-3442221619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15875">
            <a:solidFill>
              <a:schemeClr val="accent1"/>
            </a:solidFill>
          </a:ln>
        </p:spPr>
        <p:style>
          <a:lnRef idx="2">
            <a:schemeClr val="accent1"/>
          </a:lnRef>
          <a:fillRef idx="0">
            <a:schemeClr val="accent1"/>
          </a:fillRef>
          <a:effectRef idx="1">
            <a:schemeClr val="accent1"/>
          </a:effectRef>
          <a:fontRef idx="minor">
            <a:schemeClr val="tx1"/>
          </a:fontRef>
        </p:style>
      </p:cxnSp>
      <p:sp>
        <p:nvSpPr>
          <p:cNvPr id="3" name="Замещающее содержимое 2"/>
          <p:cNvSpPr>
            <a:spLocks noGrp="1"/>
          </p:cNvSpPr>
          <p:nvPr>
            <p:ph idx="1"/>
            <p:custDataLst>
              <p:tags r:id="rId3"/>
            </p:custDataLst>
          </p:nvPr>
        </p:nvSpPr>
        <p:spPr>
          <a:xfrm>
            <a:off x="1333502" y="2160590"/>
            <a:ext cx="8470898" cy="3429260"/>
          </a:xfrm>
        </p:spPr>
        <p:txBody>
          <a:bodyPr>
            <a:normAutofit/>
          </a:bodyPr>
          <a:lstStyle/>
          <a:p>
            <a:pPr marL="0" indent="0">
              <a:buNone/>
            </a:pPr>
            <a:r>
              <a:rPr lang="ru-RU" altLang="en-US" dirty="0"/>
              <a:t>Система предназначена</a:t>
            </a:r>
            <a:r>
              <a:rPr lang="en-US" altLang="en-US" dirty="0"/>
              <a:t> </a:t>
            </a:r>
            <a:r>
              <a:rPr lang="ru-RU" altLang="en-US" dirty="0"/>
              <a:t>для</a:t>
            </a:r>
            <a:r>
              <a:rPr lang="en-US" altLang="en-US" dirty="0"/>
              <a:t> </a:t>
            </a:r>
            <a:r>
              <a:rPr lang="ru-RU" altLang="en-US" dirty="0"/>
              <a:t>автоматизации</a:t>
            </a:r>
            <a:r>
              <a:rPr lang="en-US" altLang="en-US" dirty="0"/>
              <a:t> </a:t>
            </a:r>
            <a:r>
              <a:rPr lang="ru-RU" altLang="en-US" dirty="0"/>
              <a:t>учёта</a:t>
            </a:r>
            <a:r>
              <a:rPr lang="en-US" altLang="en-US" dirty="0"/>
              <a:t> </a:t>
            </a:r>
            <a:r>
              <a:rPr lang="ru-RU" altLang="en-US" dirty="0"/>
              <a:t>строительных расходных материалов и оказания услуг строителями (мастерами)</a:t>
            </a:r>
            <a:r>
              <a:rPr lang="en-US" altLang="en-US" dirty="0"/>
              <a:t>. </a:t>
            </a:r>
            <a:r>
              <a:rPr lang="ru-RU" altLang="en-US" dirty="0"/>
              <a:t>Разработанная конфигурация может использоваться</a:t>
            </a:r>
            <a:r>
              <a:rPr lang="en-US" altLang="en-US" dirty="0"/>
              <a:t> </a:t>
            </a:r>
            <a:r>
              <a:rPr lang="ru-RU" altLang="en-US" dirty="0"/>
              <a:t>предприятиями, которые занимаются строительными и ремонтными работами</a:t>
            </a:r>
            <a:r>
              <a:rPr lang="en-US" altLang="en-US" dirty="0"/>
              <a:t>.</a:t>
            </a:r>
            <a:r>
              <a:rPr lang="ru-RU" altLang="en-US" dirty="0"/>
              <a:t> Подойдет для малого и среднего бизнеса, как легкое решение автоматизации для ведения складского учета и прозрачности движения материалов и денежных средств. Не требует больших вычислительных мощностей, при этом предоставляет централизованную систему хранения информации, при которой наличие разной информации у сотрудников исключается.</a:t>
            </a:r>
            <a:endParaRPr lang="en-US" altLang="en-US" dirty="0"/>
          </a:p>
          <a:p>
            <a:pPr marL="0" indent="0">
              <a:buNone/>
            </a:pPr>
            <a:endParaRPr lang="en-US" altLang="en-US" dirty="0"/>
          </a:p>
        </p:txBody>
      </p:sp>
      <p:sp>
        <p:nvSpPr>
          <p:cNvPr id="61" name="Rectangle 27">
            <a:extLst>
              <a:ext uri="{FF2B5EF4-FFF2-40B4-BE49-F238E27FC236}">
                <a16:creationId xmlns:a16="http://schemas.microsoft.com/office/drawing/2014/main" id="{27B538D5-95DB-47ED-9CB4-34AE5BF78E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25641" y="0"/>
            <a:ext cx="1766359" cy="6858000"/>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ru-RU"/>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custDataLst>
              <p:tags r:id="rId2"/>
            </p:custDataLst>
          </p:nvPr>
        </p:nvSpPr>
        <p:spPr/>
        <p:txBody>
          <a:bodyPr/>
          <a:lstStyle/>
          <a:p>
            <a:r>
              <a:rPr lang="en-US" altLang="en-US" dirty="0">
                <a:ea typeface="+mj-ea"/>
                <a:cs typeface="+mn-ea"/>
                <a:sym typeface="+mn-ea"/>
              </a:rPr>
              <a:t>Зачем нужна система</a:t>
            </a:r>
            <a:endParaRPr lang="ru-RU" altLang="en-US"/>
          </a:p>
        </p:txBody>
      </p:sp>
      <p:sp>
        <p:nvSpPr>
          <p:cNvPr id="3" name="Замещающее содержимое 2"/>
          <p:cNvSpPr>
            <a:spLocks noGrp="1"/>
          </p:cNvSpPr>
          <p:nvPr>
            <p:ph idx="1"/>
            <p:custDataLst>
              <p:tags r:id="rId3"/>
            </p:custDataLst>
          </p:nvPr>
        </p:nvSpPr>
        <p:spPr>
          <a:xfrm>
            <a:off x="677334" y="1440611"/>
            <a:ext cx="8596668" cy="4600751"/>
          </a:xfrm>
        </p:spPr>
        <p:txBody>
          <a:bodyPr>
            <a:normAutofit fontScale="95000"/>
          </a:bodyPr>
          <a:lstStyle/>
          <a:p>
            <a:pPr marL="0" indent="0">
              <a:buNone/>
            </a:pPr>
            <a:r>
              <a:rPr lang="ru-RU" altLang="en-US" dirty="0"/>
              <a:t>Главные проблемы, которые решает разработанная мной конфигурация:</a:t>
            </a:r>
          </a:p>
          <a:p>
            <a:r>
              <a:rPr lang="ru-RU" altLang="en-US" dirty="0"/>
              <a:t>отсутствие прозрачности движения материалов и денежных средств</a:t>
            </a:r>
            <a:r>
              <a:rPr lang="en-US" altLang="en-US" dirty="0"/>
              <a:t>;</a:t>
            </a:r>
            <a:r>
              <a:rPr lang="ru-RU" altLang="en-US" dirty="0"/>
              <a:t> </a:t>
            </a:r>
          </a:p>
          <a:p>
            <a:r>
              <a:rPr lang="ru-RU" altLang="en-US" dirty="0"/>
              <a:t>разная информация у разных сотрудников, что приводит к задержкам сдачи объекта и, как следствие, убыткам</a:t>
            </a:r>
            <a:r>
              <a:rPr lang="en-US" altLang="en-US" dirty="0"/>
              <a:t>;</a:t>
            </a:r>
            <a:r>
              <a:rPr lang="ru-RU" altLang="en-US" dirty="0"/>
              <a:t> </a:t>
            </a:r>
          </a:p>
          <a:p>
            <a:r>
              <a:rPr lang="ru-RU" altLang="en-US" dirty="0"/>
              <a:t>отсутствие четкого учета остатка материалов. </a:t>
            </a:r>
          </a:p>
          <a:p>
            <a:pPr marL="0" indent="0">
              <a:buNone/>
            </a:pPr>
            <a:r>
              <a:rPr lang="ru-RU" altLang="en-US" dirty="0"/>
              <a:t>Первую проблему она решает тем, что все движения материалов и денежных средств учитываются различными документами, которые начальство или любой другой сотрудник может просмотреть. Вторая проблема решается тем, что использование разработанной мной конфигурации обеспечивает актуальность информации для всех сотрудников, потому что используется система как единое хранилище данных. Третья решается тем, что в программе будут регистрироваться все приходные накладные, все списания материалов, что обеспечивает актуальность остатков материалов в любой момент времени.</a:t>
            </a:r>
            <a:endParaRPr lang="en-US" altLang="en-US" dirty="0"/>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custDataLst>
              <p:tags r:id="rId2"/>
            </p:custDataLst>
          </p:nvPr>
        </p:nvSpPr>
        <p:spPr/>
        <p:txBody>
          <a:bodyPr/>
          <a:lstStyle/>
          <a:p>
            <a:r>
              <a:rPr lang="en-US" altLang="en-US" dirty="0">
                <a:ea typeface="+mj-ea"/>
                <a:cs typeface="+mn-ea"/>
                <a:sym typeface="+mn-ea"/>
              </a:rPr>
              <a:t>Из чего состоит система</a:t>
            </a:r>
            <a:endParaRPr lang="ru-RU" altLang="en-US"/>
          </a:p>
        </p:txBody>
      </p:sp>
      <p:pic>
        <p:nvPicPr>
          <p:cNvPr id="6" name="Рисунок 5">
            <a:extLst>
              <a:ext uri="{FF2B5EF4-FFF2-40B4-BE49-F238E27FC236}">
                <a16:creationId xmlns:a16="http://schemas.microsoft.com/office/drawing/2014/main" id="{0ADE44B4-D330-990F-CE52-A06F3BAA0E18}"/>
              </a:ext>
            </a:extLst>
          </p:cNvPr>
          <p:cNvPicPr>
            <a:picLocks noChangeAspect="1"/>
          </p:cNvPicPr>
          <p:nvPr/>
        </p:nvPicPr>
        <p:blipFill>
          <a:blip r:embed="rId4"/>
          <a:stretch>
            <a:fillRect/>
          </a:stretch>
        </p:blipFill>
        <p:spPr>
          <a:xfrm>
            <a:off x="677334" y="1367155"/>
            <a:ext cx="3111658" cy="4273844"/>
          </a:xfrm>
          <a:prstGeom prst="rect">
            <a:avLst/>
          </a:prstGeom>
        </p:spPr>
      </p:pic>
      <p:pic>
        <p:nvPicPr>
          <p:cNvPr id="10" name="Рисунок 9">
            <a:extLst>
              <a:ext uri="{FF2B5EF4-FFF2-40B4-BE49-F238E27FC236}">
                <a16:creationId xmlns:a16="http://schemas.microsoft.com/office/drawing/2014/main" id="{5FA29EAF-4EA6-14FD-5C89-D08DDE4555EC}"/>
              </a:ext>
            </a:extLst>
          </p:cNvPr>
          <p:cNvPicPr>
            <a:picLocks noChangeAspect="1"/>
          </p:cNvPicPr>
          <p:nvPr/>
        </p:nvPicPr>
        <p:blipFill>
          <a:blip r:embed="rId5"/>
          <a:stretch>
            <a:fillRect/>
          </a:stretch>
        </p:blipFill>
        <p:spPr>
          <a:xfrm>
            <a:off x="4124129" y="1364979"/>
            <a:ext cx="3111657" cy="4273843"/>
          </a:xfrm>
          <a:prstGeom prst="rect">
            <a:avLst/>
          </a:prstGeom>
        </p:spPr>
      </p:pic>
      <p:pic>
        <p:nvPicPr>
          <p:cNvPr id="12" name="Рисунок 11">
            <a:extLst>
              <a:ext uri="{FF2B5EF4-FFF2-40B4-BE49-F238E27FC236}">
                <a16:creationId xmlns:a16="http://schemas.microsoft.com/office/drawing/2014/main" id="{67B146CF-51C0-112B-E717-2E9EAE82E145}"/>
              </a:ext>
            </a:extLst>
          </p:cNvPr>
          <p:cNvPicPr>
            <a:picLocks noChangeAspect="1"/>
          </p:cNvPicPr>
          <p:nvPr/>
        </p:nvPicPr>
        <p:blipFill>
          <a:blip r:embed="rId6"/>
          <a:stretch>
            <a:fillRect/>
          </a:stretch>
        </p:blipFill>
        <p:spPr>
          <a:xfrm>
            <a:off x="7570923" y="1364979"/>
            <a:ext cx="3111657" cy="4273843"/>
          </a:xfrm>
          <a:prstGeom prst="rect">
            <a:avLst/>
          </a:prstGeom>
        </p:spPr>
      </p:pic>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custDataLst>
              <p:tags r:id="rId2"/>
            </p:custDataLst>
          </p:nvPr>
        </p:nvSpPr>
        <p:spPr>
          <a:xfrm>
            <a:off x="694690" y="382200"/>
            <a:ext cx="8596668" cy="1320800"/>
          </a:xfrm>
        </p:spPr>
        <p:txBody>
          <a:bodyPr/>
          <a:lstStyle/>
          <a:p>
            <a:r>
              <a:rPr lang="ru-RU" altLang="en-US" dirty="0">
                <a:cs typeface="+mn-ea"/>
                <a:sym typeface="+mn-ea"/>
              </a:rPr>
              <a:t>Как </a:t>
            </a:r>
            <a:r>
              <a:rPr lang="ru-RU" altLang="en-US" dirty="0">
                <a:ea typeface="+mj-ea"/>
                <a:cs typeface="+mn-ea"/>
                <a:sym typeface="+mn-ea"/>
              </a:rPr>
              <a:t>работают приходные накладные</a:t>
            </a:r>
            <a:endParaRPr lang="ru-RU" altLang="en-US" dirty="0"/>
          </a:p>
        </p:txBody>
      </p:sp>
      <p:pic>
        <p:nvPicPr>
          <p:cNvPr id="4" name="Рисунок 3">
            <a:extLst>
              <a:ext uri="{FF2B5EF4-FFF2-40B4-BE49-F238E27FC236}">
                <a16:creationId xmlns:a16="http://schemas.microsoft.com/office/drawing/2014/main" id="{09CE1BD8-DFBC-5F53-DCBC-602782F501FA}"/>
              </a:ext>
            </a:extLst>
          </p:cNvPr>
          <p:cNvPicPr>
            <a:picLocks noChangeAspect="1"/>
          </p:cNvPicPr>
          <p:nvPr/>
        </p:nvPicPr>
        <p:blipFill>
          <a:blip r:embed="rId4"/>
          <a:stretch>
            <a:fillRect/>
          </a:stretch>
        </p:blipFill>
        <p:spPr>
          <a:xfrm>
            <a:off x="338667" y="1270001"/>
            <a:ext cx="10195594" cy="1742308"/>
          </a:xfrm>
          <a:prstGeom prst="rect">
            <a:avLst/>
          </a:prstGeom>
        </p:spPr>
      </p:pic>
      <p:pic>
        <p:nvPicPr>
          <p:cNvPr id="8" name="Рисунок 7">
            <a:extLst>
              <a:ext uri="{FF2B5EF4-FFF2-40B4-BE49-F238E27FC236}">
                <a16:creationId xmlns:a16="http://schemas.microsoft.com/office/drawing/2014/main" id="{482E22F2-AAFA-E17A-7AD1-CFDA9F20E0F6}"/>
              </a:ext>
            </a:extLst>
          </p:cNvPr>
          <p:cNvPicPr>
            <a:picLocks noChangeAspect="1"/>
          </p:cNvPicPr>
          <p:nvPr/>
        </p:nvPicPr>
        <p:blipFill>
          <a:blip r:embed="rId5"/>
          <a:stretch>
            <a:fillRect/>
          </a:stretch>
        </p:blipFill>
        <p:spPr>
          <a:xfrm>
            <a:off x="2751865" y="3429000"/>
            <a:ext cx="5363323" cy="2934109"/>
          </a:xfrm>
          <a:prstGeom prst="rect">
            <a:avLst/>
          </a:prstGeom>
        </p:spPr>
      </p:pic>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custDataLst>
              <p:tags r:id="rId2"/>
            </p:custDataLst>
          </p:nvPr>
        </p:nvSpPr>
        <p:spPr>
          <a:xfrm>
            <a:off x="677334" y="471268"/>
            <a:ext cx="8596668" cy="1320800"/>
          </a:xfrm>
        </p:spPr>
        <p:txBody>
          <a:bodyPr/>
          <a:lstStyle/>
          <a:p>
            <a:r>
              <a:rPr lang="ru-RU" altLang="en-US" dirty="0">
                <a:sym typeface="+mn-ea"/>
              </a:rPr>
              <a:t>Как работает документ оказание услуг</a:t>
            </a:r>
            <a:endParaRPr lang="ru-RU" altLang="en-US" dirty="0"/>
          </a:p>
        </p:txBody>
      </p:sp>
      <p:pic>
        <p:nvPicPr>
          <p:cNvPr id="6" name="Рисунок 5">
            <a:extLst>
              <a:ext uri="{FF2B5EF4-FFF2-40B4-BE49-F238E27FC236}">
                <a16:creationId xmlns:a16="http://schemas.microsoft.com/office/drawing/2014/main" id="{233BB25B-6408-8C9D-C48D-E77C9E6BEAC1}"/>
              </a:ext>
            </a:extLst>
          </p:cNvPr>
          <p:cNvPicPr>
            <a:picLocks noChangeAspect="1"/>
          </p:cNvPicPr>
          <p:nvPr/>
        </p:nvPicPr>
        <p:blipFill>
          <a:blip r:embed="rId4"/>
          <a:stretch>
            <a:fillRect/>
          </a:stretch>
        </p:blipFill>
        <p:spPr>
          <a:xfrm>
            <a:off x="677334" y="1300050"/>
            <a:ext cx="10211490" cy="2327129"/>
          </a:xfrm>
          <a:prstGeom prst="rect">
            <a:avLst/>
          </a:prstGeom>
        </p:spPr>
      </p:pic>
      <p:pic>
        <p:nvPicPr>
          <p:cNvPr id="8" name="Рисунок 7">
            <a:extLst>
              <a:ext uri="{FF2B5EF4-FFF2-40B4-BE49-F238E27FC236}">
                <a16:creationId xmlns:a16="http://schemas.microsoft.com/office/drawing/2014/main" id="{B6F2CB76-43CA-F84A-A327-49F91E053B7D}"/>
              </a:ext>
            </a:extLst>
          </p:cNvPr>
          <p:cNvPicPr>
            <a:picLocks noChangeAspect="1"/>
          </p:cNvPicPr>
          <p:nvPr/>
        </p:nvPicPr>
        <p:blipFill>
          <a:blip r:embed="rId5"/>
          <a:stretch>
            <a:fillRect/>
          </a:stretch>
        </p:blipFill>
        <p:spPr>
          <a:xfrm>
            <a:off x="677335" y="3911662"/>
            <a:ext cx="10211489" cy="2368152"/>
          </a:xfrm>
          <a:prstGeom prst="rect">
            <a:avLst/>
          </a:prstGeom>
        </p:spPr>
      </p:pic>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custDataLst>
              <p:tags r:id="rId2"/>
            </p:custDataLst>
          </p:nvPr>
        </p:nvSpPr>
        <p:spPr/>
        <p:txBody>
          <a:bodyPr/>
          <a:lstStyle/>
          <a:p>
            <a:r>
              <a:rPr lang="ru-RU" altLang="en-US" dirty="0">
                <a:sym typeface="+mn-ea"/>
              </a:rPr>
              <a:t>Печатная форма для оказания услуг</a:t>
            </a:r>
            <a:br>
              <a:rPr lang="ru-RU" altLang="en-US" dirty="0">
                <a:sym typeface="+mn-ea"/>
              </a:rPr>
            </a:br>
            <a:endParaRPr lang="ru-RU" altLang="en-US" dirty="0"/>
          </a:p>
        </p:txBody>
      </p:sp>
      <p:pic>
        <p:nvPicPr>
          <p:cNvPr id="6" name="Рисунок 5">
            <a:extLst>
              <a:ext uri="{FF2B5EF4-FFF2-40B4-BE49-F238E27FC236}">
                <a16:creationId xmlns:a16="http://schemas.microsoft.com/office/drawing/2014/main" id="{972744B3-0021-E6F1-D607-E0C1CC75CF83}"/>
              </a:ext>
            </a:extLst>
          </p:cNvPr>
          <p:cNvPicPr>
            <a:picLocks noChangeAspect="1"/>
          </p:cNvPicPr>
          <p:nvPr/>
        </p:nvPicPr>
        <p:blipFill>
          <a:blip r:embed="rId4"/>
          <a:stretch>
            <a:fillRect/>
          </a:stretch>
        </p:blipFill>
        <p:spPr>
          <a:xfrm>
            <a:off x="677335" y="1782946"/>
            <a:ext cx="8596668" cy="3079734"/>
          </a:xfrm>
          <a:prstGeom prst="rect">
            <a:avLst/>
          </a:prstGeom>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custDataLst>
              <p:tags r:id="rId2"/>
            </p:custDataLst>
          </p:nvPr>
        </p:nvSpPr>
        <p:spPr/>
        <p:txBody>
          <a:bodyPr/>
          <a:lstStyle/>
          <a:p>
            <a:r>
              <a:rPr lang="ru-RU" altLang="en-US" dirty="0">
                <a:sym typeface="+mn-ea"/>
              </a:rPr>
              <a:t>Печатная</a:t>
            </a:r>
            <a:r>
              <a:rPr lang="en-US" altLang="en-US" dirty="0">
                <a:sym typeface="+mn-ea"/>
              </a:rPr>
              <a:t> </a:t>
            </a:r>
            <a:r>
              <a:rPr lang="ru-RU" altLang="en-US" dirty="0">
                <a:sym typeface="+mn-ea"/>
              </a:rPr>
              <a:t>форма для приходных накладных</a:t>
            </a:r>
            <a:endParaRPr lang="ru-RU" altLang="en-US" dirty="0"/>
          </a:p>
        </p:txBody>
      </p:sp>
      <p:pic>
        <p:nvPicPr>
          <p:cNvPr id="6" name="Рисунок 5">
            <a:extLst>
              <a:ext uri="{FF2B5EF4-FFF2-40B4-BE49-F238E27FC236}">
                <a16:creationId xmlns:a16="http://schemas.microsoft.com/office/drawing/2014/main" id="{A8FBBD47-7A5B-46ED-A4CD-942B20D4D47E}"/>
              </a:ext>
            </a:extLst>
          </p:cNvPr>
          <p:cNvPicPr>
            <a:picLocks noChangeAspect="1"/>
          </p:cNvPicPr>
          <p:nvPr/>
        </p:nvPicPr>
        <p:blipFill>
          <a:blip r:embed="rId4"/>
          <a:stretch>
            <a:fillRect/>
          </a:stretch>
        </p:blipFill>
        <p:spPr>
          <a:xfrm>
            <a:off x="677334" y="2055971"/>
            <a:ext cx="8596668" cy="3610053"/>
          </a:xfrm>
          <a:prstGeom prst="rect">
            <a:avLst/>
          </a:prstGeom>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custDataLst>
              <p:tags r:id="rId2"/>
            </p:custDataLst>
          </p:nvPr>
        </p:nvSpPr>
        <p:spPr>
          <a:xfrm>
            <a:off x="694690" y="446798"/>
            <a:ext cx="8596668" cy="1320800"/>
          </a:xfrm>
        </p:spPr>
        <p:txBody>
          <a:bodyPr/>
          <a:lstStyle/>
          <a:p>
            <a:r>
              <a:rPr lang="en-US" altLang="en-US" dirty="0">
                <a:sym typeface="+mn-ea"/>
              </a:rPr>
              <a:t> </a:t>
            </a:r>
            <a:r>
              <a:rPr lang="ru-RU" altLang="en-US" dirty="0">
                <a:sym typeface="+mn-ea"/>
              </a:rPr>
              <a:t>Отчёты</a:t>
            </a:r>
            <a:endParaRPr lang="ru-RU" altLang="en-US" dirty="0"/>
          </a:p>
        </p:txBody>
      </p:sp>
      <p:pic>
        <p:nvPicPr>
          <p:cNvPr id="9" name="Рисунок 8">
            <a:extLst>
              <a:ext uri="{FF2B5EF4-FFF2-40B4-BE49-F238E27FC236}">
                <a16:creationId xmlns:a16="http://schemas.microsoft.com/office/drawing/2014/main" id="{4CE525F8-8826-B950-A58C-42F5460F8972}"/>
              </a:ext>
            </a:extLst>
          </p:cNvPr>
          <p:cNvPicPr>
            <a:picLocks noChangeAspect="1"/>
          </p:cNvPicPr>
          <p:nvPr/>
        </p:nvPicPr>
        <p:blipFill>
          <a:blip r:embed="rId4"/>
          <a:stretch>
            <a:fillRect/>
          </a:stretch>
        </p:blipFill>
        <p:spPr>
          <a:xfrm>
            <a:off x="5341335" y="345232"/>
            <a:ext cx="4719696" cy="2521687"/>
          </a:xfrm>
          <a:prstGeom prst="rect">
            <a:avLst/>
          </a:prstGeom>
        </p:spPr>
      </p:pic>
      <p:pic>
        <p:nvPicPr>
          <p:cNvPr id="15" name="Рисунок 14">
            <a:extLst>
              <a:ext uri="{FF2B5EF4-FFF2-40B4-BE49-F238E27FC236}">
                <a16:creationId xmlns:a16="http://schemas.microsoft.com/office/drawing/2014/main" id="{AF39D2C2-8E9A-8469-D9FD-0C8288BBA53E}"/>
              </a:ext>
            </a:extLst>
          </p:cNvPr>
          <p:cNvPicPr>
            <a:picLocks noChangeAspect="1"/>
          </p:cNvPicPr>
          <p:nvPr/>
        </p:nvPicPr>
        <p:blipFill>
          <a:blip r:embed="rId5"/>
          <a:stretch>
            <a:fillRect/>
          </a:stretch>
        </p:blipFill>
        <p:spPr>
          <a:xfrm>
            <a:off x="694690" y="1376530"/>
            <a:ext cx="4523473" cy="5218852"/>
          </a:xfrm>
          <a:prstGeom prst="rect">
            <a:avLst/>
          </a:prstGeom>
        </p:spPr>
      </p:pic>
      <p:pic>
        <p:nvPicPr>
          <p:cNvPr id="19" name="Рисунок 18">
            <a:extLst>
              <a:ext uri="{FF2B5EF4-FFF2-40B4-BE49-F238E27FC236}">
                <a16:creationId xmlns:a16="http://schemas.microsoft.com/office/drawing/2014/main" id="{B9010A3A-C302-8611-3968-C6D3CC6B8881}"/>
              </a:ext>
            </a:extLst>
          </p:cNvPr>
          <p:cNvPicPr>
            <a:picLocks noChangeAspect="1"/>
          </p:cNvPicPr>
          <p:nvPr/>
        </p:nvPicPr>
        <p:blipFill>
          <a:blip r:embed="rId6"/>
          <a:stretch>
            <a:fillRect/>
          </a:stretch>
        </p:blipFill>
        <p:spPr>
          <a:xfrm>
            <a:off x="5341335" y="3051100"/>
            <a:ext cx="2201095" cy="3544282"/>
          </a:xfrm>
          <a:prstGeom prst="rect">
            <a:avLst/>
          </a:prstGeom>
        </p:spPr>
      </p:pic>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custDataLst>
              <p:tags r:id="rId2"/>
            </p:custDataLst>
          </p:nvPr>
        </p:nvSpPr>
        <p:spPr>
          <a:xfrm>
            <a:off x="723987" y="189722"/>
            <a:ext cx="8596668" cy="1320800"/>
          </a:xfrm>
        </p:spPr>
        <p:txBody>
          <a:bodyPr/>
          <a:lstStyle/>
          <a:p>
            <a:r>
              <a:rPr lang="en-US" altLang="en-US" dirty="0">
                <a:sym typeface="+mn-ea"/>
              </a:rPr>
              <a:t> </a:t>
            </a:r>
            <a:r>
              <a:rPr lang="ru-RU" altLang="en-US" dirty="0">
                <a:sym typeface="+mn-ea"/>
              </a:rPr>
              <a:t>Отчёты</a:t>
            </a:r>
            <a:endParaRPr lang="ru-RU" altLang="en-US" dirty="0"/>
          </a:p>
        </p:txBody>
      </p:sp>
      <p:pic>
        <p:nvPicPr>
          <p:cNvPr id="6" name="Рисунок 5">
            <a:extLst>
              <a:ext uri="{FF2B5EF4-FFF2-40B4-BE49-F238E27FC236}">
                <a16:creationId xmlns:a16="http://schemas.microsoft.com/office/drawing/2014/main" id="{5A274445-CBEA-ABB6-26E3-00888BCB9CE5}"/>
              </a:ext>
            </a:extLst>
          </p:cNvPr>
          <p:cNvPicPr>
            <a:picLocks noChangeAspect="1"/>
          </p:cNvPicPr>
          <p:nvPr/>
        </p:nvPicPr>
        <p:blipFill>
          <a:blip r:embed="rId4"/>
          <a:stretch>
            <a:fillRect/>
          </a:stretch>
        </p:blipFill>
        <p:spPr>
          <a:xfrm>
            <a:off x="723987" y="845062"/>
            <a:ext cx="3900790" cy="4029388"/>
          </a:xfrm>
          <a:prstGeom prst="rect">
            <a:avLst/>
          </a:prstGeom>
        </p:spPr>
      </p:pic>
      <p:pic>
        <p:nvPicPr>
          <p:cNvPr id="8" name="Рисунок 7">
            <a:extLst>
              <a:ext uri="{FF2B5EF4-FFF2-40B4-BE49-F238E27FC236}">
                <a16:creationId xmlns:a16="http://schemas.microsoft.com/office/drawing/2014/main" id="{99228D9A-14F9-10E9-E601-26E190EBCEAA}"/>
              </a:ext>
            </a:extLst>
          </p:cNvPr>
          <p:cNvPicPr>
            <a:picLocks noChangeAspect="1"/>
          </p:cNvPicPr>
          <p:nvPr/>
        </p:nvPicPr>
        <p:blipFill>
          <a:blip r:embed="rId5"/>
          <a:stretch>
            <a:fillRect/>
          </a:stretch>
        </p:blipFill>
        <p:spPr>
          <a:xfrm>
            <a:off x="4873689" y="2775167"/>
            <a:ext cx="6803306" cy="2099283"/>
          </a:xfrm>
          <a:prstGeom prst="rect">
            <a:avLst/>
          </a:prstGeom>
        </p:spPr>
      </p:pic>
      <p:pic>
        <p:nvPicPr>
          <p:cNvPr id="10" name="Рисунок 9">
            <a:extLst>
              <a:ext uri="{FF2B5EF4-FFF2-40B4-BE49-F238E27FC236}">
                <a16:creationId xmlns:a16="http://schemas.microsoft.com/office/drawing/2014/main" id="{F7EE7FD6-3F5A-8FB7-F57F-36F358401736}"/>
              </a:ext>
            </a:extLst>
          </p:cNvPr>
          <p:cNvPicPr>
            <a:picLocks noChangeAspect="1"/>
          </p:cNvPicPr>
          <p:nvPr/>
        </p:nvPicPr>
        <p:blipFill>
          <a:blip r:embed="rId6"/>
          <a:stretch>
            <a:fillRect/>
          </a:stretch>
        </p:blipFill>
        <p:spPr>
          <a:xfrm>
            <a:off x="4873689" y="845062"/>
            <a:ext cx="4932784" cy="1767869"/>
          </a:xfrm>
          <a:prstGeom prst="rect">
            <a:avLst/>
          </a:prstGeom>
        </p:spPr>
      </p:pic>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D365544-CA2B-31DF-6A54-8504D3772230}"/>
              </a:ext>
            </a:extLst>
          </p:cNvPr>
          <p:cNvSpPr>
            <a:spLocks noGrp="1"/>
          </p:cNvSpPr>
          <p:nvPr>
            <p:ph type="title"/>
          </p:nvPr>
        </p:nvSpPr>
        <p:spPr/>
        <p:txBody>
          <a:bodyPr/>
          <a:lstStyle/>
          <a:p>
            <a:r>
              <a:rPr lang="ru-RU" dirty="0"/>
              <a:t>Проверка запасов</a:t>
            </a:r>
          </a:p>
        </p:txBody>
      </p:sp>
      <p:pic>
        <p:nvPicPr>
          <p:cNvPr id="5" name="Рисунок 4">
            <a:extLst>
              <a:ext uri="{FF2B5EF4-FFF2-40B4-BE49-F238E27FC236}">
                <a16:creationId xmlns:a16="http://schemas.microsoft.com/office/drawing/2014/main" id="{E72C1AF8-B4F5-6D14-3729-87CA47DD639E}"/>
              </a:ext>
            </a:extLst>
          </p:cNvPr>
          <p:cNvPicPr>
            <a:picLocks noChangeAspect="1"/>
          </p:cNvPicPr>
          <p:nvPr/>
        </p:nvPicPr>
        <p:blipFill>
          <a:blip r:embed="rId2"/>
          <a:stretch>
            <a:fillRect/>
          </a:stretch>
        </p:blipFill>
        <p:spPr>
          <a:xfrm>
            <a:off x="677334" y="2239888"/>
            <a:ext cx="7258448" cy="1320800"/>
          </a:xfrm>
          <a:prstGeom prst="rect">
            <a:avLst/>
          </a:prstGeom>
        </p:spPr>
      </p:pic>
    </p:spTree>
    <p:extLst>
      <p:ext uri="{BB962C8B-B14F-4D97-AF65-F5344CB8AC3E}">
        <p14:creationId xmlns:p14="http://schemas.microsoft.com/office/powerpoint/2010/main" val="4172069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custDataLst>
              <p:tags r:id="rId2"/>
            </p:custDataLst>
          </p:nvPr>
        </p:nvSpPr>
        <p:spPr/>
        <p:txBody>
          <a:bodyPr/>
          <a:lstStyle/>
          <a:p>
            <a:r>
              <a:rPr lang="en-US" altLang="en-US">
                <a:sym typeface="+mn-ea"/>
              </a:rPr>
              <a:t>Кто и как работает в системе</a:t>
            </a:r>
            <a:endParaRPr lang="ru-RU" altLang="en-US"/>
          </a:p>
        </p:txBody>
      </p:sp>
      <p:pic>
        <p:nvPicPr>
          <p:cNvPr id="9" name="Рисунок 8">
            <a:extLst>
              <a:ext uri="{FF2B5EF4-FFF2-40B4-BE49-F238E27FC236}">
                <a16:creationId xmlns:a16="http://schemas.microsoft.com/office/drawing/2014/main" id="{BA168BD9-6C43-9A2A-893D-E7A122595DB1}"/>
              </a:ext>
            </a:extLst>
          </p:cNvPr>
          <p:cNvPicPr>
            <a:picLocks noChangeAspect="1"/>
          </p:cNvPicPr>
          <p:nvPr/>
        </p:nvPicPr>
        <p:blipFill>
          <a:blip r:embed="rId4"/>
          <a:stretch>
            <a:fillRect/>
          </a:stretch>
        </p:blipFill>
        <p:spPr>
          <a:xfrm>
            <a:off x="677334" y="1459265"/>
            <a:ext cx="3458058" cy="4296375"/>
          </a:xfrm>
          <a:prstGeom prst="rect">
            <a:avLst/>
          </a:prstGeom>
        </p:spPr>
      </p:pic>
      <p:pic>
        <p:nvPicPr>
          <p:cNvPr id="11" name="Рисунок 10">
            <a:extLst>
              <a:ext uri="{FF2B5EF4-FFF2-40B4-BE49-F238E27FC236}">
                <a16:creationId xmlns:a16="http://schemas.microsoft.com/office/drawing/2014/main" id="{6659F476-991C-2E9E-80B3-9CDB876186B3}"/>
              </a:ext>
            </a:extLst>
          </p:cNvPr>
          <p:cNvPicPr>
            <a:picLocks noChangeAspect="1"/>
          </p:cNvPicPr>
          <p:nvPr/>
        </p:nvPicPr>
        <p:blipFill>
          <a:blip r:embed="rId5"/>
          <a:stretch>
            <a:fillRect/>
          </a:stretch>
        </p:blipFill>
        <p:spPr>
          <a:xfrm>
            <a:off x="4407951" y="2009577"/>
            <a:ext cx="5372850" cy="2838846"/>
          </a:xfrm>
          <a:prstGeom prst="rect">
            <a:avLst/>
          </a:prstGeom>
        </p:spPr>
      </p:pic>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custDataLst>
              <p:tags r:id="rId2"/>
            </p:custDataLst>
          </p:nvPr>
        </p:nvSpPr>
        <p:spPr/>
        <p:txBody>
          <a:bodyPr/>
          <a:lstStyle/>
          <a:p>
            <a:r>
              <a:rPr lang="en-US" altLang="en-US">
                <a:sym typeface="+mn-ea"/>
              </a:rPr>
              <a:t>Кто и как работает в системе</a:t>
            </a:r>
            <a:endParaRPr lang="ru-RU" altLang="en-US"/>
          </a:p>
        </p:txBody>
      </p:sp>
      <p:pic>
        <p:nvPicPr>
          <p:cNvPr id="12" name="Рисунок 11">
            <a:extLst>
              <a:ext uri="{FF2B5EF4-FFF2-40B4-BE49-F238E27FC236}">
                <a16:creationId xmlns:a16="http://schemas.microsoft.com/office/drawing/2014/main" id="{74660E5C-7BCA-9C87-A4F2-622D262BE345}"/>
              </a:ext>
            </a:extLst>
          </p:cNvPr>
          <p:cNvPicPr>
            <a:picLocks noChangeAspect="1"/>
          </p:cNvPicPr>
          <p:nvPr/>
        </p:nvPicPr>
        <p:blipFill>
          <a:blip r:embed="rId4"/>
          <a:stretch>
            <a:fillRect/>
          </a:stretch>
        </p:blipFill>
        <p:spPr>
          <a:xfrm>
            <a:off x="1662430" y="1270000"/>
            <a:ext cx="7783011" cy="2448267"/>
          </a:xfrm>
          <a:prstGeom prst="rect">
            <a:avLst/>
          </a:prstGeom>
        </p:spPr>
      </p:pic>
      <p:pic>
        <p:nvPicPr>
          <p:cNvPr id="14" name="Рисунок 13">
            <a:extLst>
              <a:ext uri="{FF2B5EF4-FFF2-40B4-BE49-F238E27FC236}">
                <a16:creationId xmlns:a16="http://schemas.microsoft.com/office/drawing/2014/main" id="{154B9B28-53BF-6B06-C9F8-B244703263C7}"/>
              </a:ext>
            </a:extLst>
          </p:cNvPr>
          <p:cNvPicPr>
            <a:picLocks noChangeAspect="1"/>
          </p:cNvPicPr>
          <p:nvPr/>
        </p:nvPicPr>
        <p:blipFill>
          <a:blip r:embed="rId5"/>
          <a:stretch>
            <a:fillRect/>
          </a:stretch>
        </p:blipFill>
        <p:spPr>
          <a:xfrm>
            <a:off x="1662430" y="3994191"/>
            <a:ext cx="7783011" cy="2448267"/>
          </a:xfrm>
          <a:prstGeom prst="rect">
            <a:avLst/>
          </a:prstGeom>
        </p:spPr>
      </p:pic>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custDataLst>
              <p:tags r:id="rId2"/>
            </p:custDataLst>
          </p:nvPr>
        </p:nvSpPr>
        <p:spPr>
          <a:xfrm>
            <a:off x="0" y="514710"/>
            <a:ext cx="12192000" cy="1320800"/>
          </a:xfrm>
        </p:spPr>
        <p:txBody>
          <a:bodyPr/>
          <a:lstStyle/>
          <a:p>
            <a:pPr algn="ctr"/>
            <a:r>
              <a:rPr lang="en-US" altLang="en-US" dirty="0">
                <a:sym typeface="+mn-ea"/>
              </a:rPr>
              <a:t> </a:t>
            </a:r>
            <a:r>
              <a:rPr lang="ru-RU" altLang="en-US" dirty="0">
                <a:sym typeface="+mn-ea"/>
              </a:rPr>
              <a:t>Заключение</a:t>
            </a:r>
            <a:endParaRPr lang="ru-RU" altLang="en-US" dirty="0"/>
          </a:p>
        </p:txBody>
      </p:sp>
      <p:sp>
        <p:nvSpPr>
          <p:cNvPr id="3" name="Замещающее содержимое 2"/>
          <p:cNvSpPr>
            <a:spLocks noGrp="1"/>
          </p:cNvSpPr>
          <p:nvPr>
            <p:ph idx="1"/>
            <p:custDataLst>
              <p:tags r:id="rId3"/>
            </p:custDataLst>
          </p:nvPr>
        </p:nvSpPr>
        <p:spPr>
          <a:xfrm>
            <a:off x="526211" y="1602596"/>
            <a:ext cx="9868123" cy="3880773"/>
          </a:xfrm>
        </p:spPr>
        <p:txBody>
          <a:bodyPr>
            <a:normAutofit/>
          </a:bodyPr>
          <a:lstStyle/>
          <a:p>
            <a:pPr marL="0" indent="0">
              <a:buNone/>
            </a:pPr>
            <a:r>
              <a:rPr lang="ru-RU" altLang="en-US" dirty="0"/>
              <a:t>В ходе выполнения индивидуального задания была разработана полноценная конфигурация на платформе 1С:Предприятие, которая готова к внедрению в бизнес. Реализованы необходимые инструменты и методы, реализующие бизнес-логику строительной фирмы: учет оказанных услуг, учет материалов, проверка запасов на складах, печатные формы для приходных накладных и оказаний услуг, составление отчетов по продажам и другим показателям, регистры накоплений, продаж, оказанных услуг.</a:t>
            </a:r>
          </a:p>
          <a:p>
            <a:pPr marL="0" indent="0">
              <a:buNone/>
            </a:pPr>
            <a:r>
              <a:rPr lang="ru-RU" altLang="en-US" dirty="0"/>
              <a:t>Ссылка на публичный репозиторий </a:t>
            </a:r>
            <a:r>
              <a:rPr lang="ru-RU" altLang="en-US" dirty="0" err="1"/>
              <a:t>GitHub</a:t>
            </a:r>
            <a:r>
              <a:rPr lang="ru-RU" altLang="en-US" dirty="0"/>
              <a:t> с финальной версией конфигурации: </a:t>
            </a:r>
            <a:r>
              <a:rPr lang="en-US" altLang="en-US" dirty="0"/>
              <a:t>https://github.com/bill1ejean/vpk7_1c</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i*1"/>
  <p:tag name="KSO_WM_UNIT_LAYERLEVEL" val="1"/>
  <p:tag name="KSO_WM_TAG_VERSION" val="3.0"/>
  <p:tag name="KSO_WM_BEAUTIFY_FLAG" val="#wm#"/>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i*2"/>
  <p:tag name="KSO_WM_UNIT_LAYERLEVEL" val="1"/>
  <p:tag name="KSO_WM_TAG_VERSION" val="3.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i*3"/>
  <p:tag name="KSO_WM_UNIT_LAYERLEVEL" val="1"/>
  <p:tag name="KSO_WM_TAG_VERSION" val="3.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i*4"/>
  <p:tag name="KSO_WM_UNIT_LAYERLEVEL" val="1"/>
  <p:tag name="KSO_WM_TAG_VERSION" val="3.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SUBTYPE" val="b"/>
  <p:tag name="KSO_WM_UNIT_PRESET_TEXT" val="署名占位符"/>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1"/>
  <p:tag name="KSO_WM_UNIT_ID" val="_1*f*1"/>
  <p:tag name="KSO_WM_UNIT_LAYERLEVEL" val="1"/>
  <p:tag name="KSO_WM_TAG_VERSION" val="3.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3*i*1"/>
  <p:tag name="KSO_WM_UNIT_LAYERLEVEL" val="1"/>
  <p:tag name="KSO_WM_TAG_VERSION" val="3.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3*i*2"/>
  <p:tag name="KSO_WM_UNIT_LAYERLEVEL" val="1"/>
  <p:tag name="KSO_WM_TAG_VERSION" val="3.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ISCONTENTSTITLE" val="1"/>
  <p:tag name="KSO_WM_UNIT_ISNUMDGMTITLE" val="0"/>
  <p:tag name="KSO_WM_UNIT_PRESET_TEXT" val="标题"/>
  <p:tag name="KSO_WM_UNIT_NOCLEAR" val="0"/>
  <p:tag name="KSO_WM_UNIT_VALUE" val="3"/>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4*i*1"/>
  <p:tag name="KSO_WM_UNIT_LAYERLEVEL" val="1"/>
  <p:tag name="KSO_WM_TAG_VERSION" val="3.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4*i*2"/>
  <p:tag name="KSO_WM_UNIT_LAYERLEVEL" val="1"/>
  <p:tag name="KSO_WM_TAG_VERSION" val="3.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4*i*3"/>
  <p:tag name="KSO_WM_UNIT_LAYERLEVEL" val="1"/>
  <p:tag name="KSO_WM_TAG_VERSION" val="3.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3.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PRESET_TEXT" val="节编号"/>
  <p:tag name="KSO_WM_UNIT_NOCLEAR" val="0"/>
  <p:tag name="KSO_WM_UNIT_VALUE" val="13"/>
  <p:tag name="KSO_WM_UNIT_HIGHLIGHT" val="0"/>
  <p:tag name="KSO_WM_UNIT_COMPATIBLE" val="1"/>
  <p:tag name="KSO_WM_UNIT_DIAGRAM_ISNUMVISUAL" val="0"/>
  <p:tag name="KSO_WM_UNIT_DIAGRAM_ISREFERUNIT" val="0"/>
  <p:tag name="KSO_WM_UNIT_TYPE" val="e"/>
  <p:tag name="KSO_WM_UNIT_INDEX" val="1"/>
  <p:tag name="KSO_WM_UNIT_ID" val="_4*e*1"/>
  <p:tag name="KSO_WM_UNIT_LAYERLEVEL" val="1"/>
  <p:tag name="KSO_WM_TAG_VERSION" val="3.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二级&#10;三级&#10;四级&#10;五级"/>
  <p:tag name="KSO_WM_UNIT_NOCLEAR" val="0"/>
  <p:tag name="KSO_WM_UNIT_VALUE" val="396"/>
  <p:tag name="KSO_WM_UNIT_HIGHLIGHT" val="0"/>
  <p:tag name="KSO_WM_UNIT_COMPATIBLE" val="0"/>
  <p:tag name="KSO_WM_UNIT_DIAGRAM_ISNUMVISUAL" val="0"/>
  <p:tag name="KSO_WM_UNIT_DIAGRAM_ISREFERUNIT" val="0"/>
  <p:tag name="KSO_WM_UNIT_TYPE" val="f"/>
  <p:tag name="KSO_WM_UNIT_INDEX" val="1"/>
  <p:tag name="KSO_WM_UNIT_ID" val="_9*f*1"/>
  <p:tag name="KSO_WM_UNIT_LAYERLEVEL" val="1"/>
  <p:tag name="KSO_WM_TAG_VERSION" val="3.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10*a*1"/>
  <p:tag name="KSO_WM_UNIT_LAYERLEVEL" val="1"/>
  <p:tag name="KSO_WM_TAG_VERSION" val="3.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副标题样式"/>
  <p:tag name="KSO_WM_UNIT_NOCLEAR" val="0"/>
  <p:tag name="KSO_WM_UNIT_VALUE" val="40"/>
  <p:tag name="KSO_WM_UNIT_HIGHLIGHT" val="0"/>
  <p:tag name="KSO_WM_UNIT_COMPATIBLE" val="0"/>
  <p:tag name="KSO_WM_UNIT_DIAGRAM_ISNUMVISUAL" val="0"/>
  <p:tag name="KSO_WM_UNIT_DIAGRAM_ISREFERUNIT" val="0"/>
  <p:tag name="KSO_WM_UNIT_TYPE" val="b"/>
  <p:tag name="KSO_WM_UNIT_INDEX" val="1"/>
  <p:tag name="KSO_WM_UNIT_ID" val="_10*b*1"/>
  <p:tag name="KSO_WM_UNIT_LAYERLEVEL" val="1"/>
  <p:tag name="KSO_WM_TAG_VERSION" val="3.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1*i*1"/>
  <p:tag name="KSO_WM_UNIT_LAYERLEVEL" val="1"/>
  <p:tag name="KSO_WM_TAG_VERSION" val="3.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1*i*2"/>
  <p:tag name="KSO_WM_UNIT_LAYERLEVEL" val="1"/>
  <p:tag name="KSO_WM_TAG_VERSION" val="3.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1*i*3"/>
  <p:tag name="KSO_WM_UNIT_LAYERLEVEL" val="1"/>
  <p:tag name="KSO_WM_TAG_VERSION" val="3.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1*i*4"/>
  <p:tag name="KSO_WM_UNIT_LAYERLEVEL" val="1"/>
  <p:tag name="KSO_WM_TAG_VERSION" val="3.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_11*a*1"/>
  <p:tag name="KSO_WM_UNIT_LAYERLEVEL" val="1"/>
  <p:tag name="KSO_WM_TAG_VERSION" val="3.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NOCLEAR" val="0"/>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SUBTYPE" val="b"/>
  <p:tag name="KSO_WM_UNIT_PRESET_TEXT" val="署名占位符"/>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1"/>
  <p:tag name="KSO_WM_UNIT_ID" val="_11*f*1"/>
  <p:tag name="KSO_WM_UNIT_LAYERLEVEL" val="1"/>
  <p:tag name="KSO_WM_TAG_VERSION" val="3.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SPECIAL_SOURCE" val="bdnull"/>
  <p:tag name="KSO_WM_TEMPLATE_THUMBS_INDEX" val="1、9"/>
  <p:tag name="KSO_WM_SLIDE_ID" val="custom20233477_1"/>
  <p:tag name="KSO_WM_TEMPLATE_SUBCATEGORY" val="29"/>
  <p:tag name="KSO_WM_TEMPLATE_MASTER_TYPE" val="0"/>
  <p:tag name="KSO_WM_TEMPLATE_COLOR_TYPE" val="0"/>
  <p:tag name="KSO_WM_SLIDE_TYPE" val="title"/>
  <p:tag name="KSO_WM_SLIDE_SUBTYPE" val="pureTxt"/>
  <p:tag name="KSO_WM_SLIDE_ITEM_CNT" val="0"/>
  <p:tag name="KSO_WM_SLIDE_INDEX" val="1"/>
  <p:tag name="KSO_WM_TAG_VERSION" val="3.0"/>
  <p:tag name="KSO_WM_BEAUTIFY_FLAG" val="#wm#"/>
  <p:tag name="KSO_WM_TEMPLATE_CATEGORY" val="custom"/>
  <p:tag name="KSO_WM_TEMPLATE_INDEX" val="20233477"/>
  <p:tag name="KSO_WM_SLIDE_LAYOUT" val="a_f"/>
  <p:tag name="KSO_WM_SLIDE_LAYOUT_CNT" val="1_1"/>
  <p:tag name="KSO_WM_SLIDE_THEME_ID" val="3321190"/>
  <p:tag name="KSO_WM_SLIDE_THEME_NAME" val="Yellow Line Minimalist"/>
</p:tagLst>
</file>

<file path=ppt/tags/tag43.xml><?xml version="1.0" encoding="utf-8"?>
<p:tagLst xmlns:a="http://schemas.openxmlformats.org/drawingml/2006/main" xmlns:r="http://schemas.openxmlformats.org/officeDocument/2006/relationships" xmlns:p="http://schemas.openxmlformats.org/presentationml/2006/main">
  <p:tag name="KSO_WM_UNIT_SUBTYPE" val="b"/>
  <p:tag name="KSO_WM_UNIT_PRESET_TEXT" val="Name"/>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4"/>
  <p:tag name="KSO_WM_UNIT_ID" val="custom20233477_1*f*4"/>
  <p:tag name="KSO_WM_TEMPLATE_CATEGORY" val="custom"/>
  <p:tag name="KSO_WM_TEMPLATE_INDEX" val="20233477"/>
  <p:tag name="KSO_WM_UNIT_LAYERLEVEL" val="1"/>
  <p:tag name="KSO_WM_TAG_VERSION" val="3.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The title goes here"/>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3477_1*a*1"/>
  <p:tag name="KSO_WM_TEMPLATE_CATEGORY" val="custom"/>
  <p:tag name="KSO_WM_TEMPLATE_INDEX" val="20233477"/>
  <p:tag name="KSO_WM_UNIT_LAYERLEVEL" val="1"/>
  <p:tag name="KSO_WM_TAG_VERSION" val="3.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3477"/>
</p:tagLst>
</file>

<file path=ppt/tags/tag4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3477"/>
</p:tagLst>
</file>

<file path=ppt/tags/tag4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3477"/>
</p:tagLst>
</file>

<file path=ppt/tags/tag5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3477"/>
</p:tagLst>
</file>

<file path=ppt/tags/tag5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3477"/>
</p:tagLst>
</file>

<file path=ppt/tags/tag5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3477"/>
</p:tagLst>
</file>

<file path=ppt/tags/tag5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3477"/>
</p:tagLst>
</file>

<file path=ppt/tags/tag6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3477"/>
</p:tagLst>
</file>

<file path=ppt/tags/tag6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3477"/>
</p:tagLst>
</file>

<file path=ppt/tags/tag6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3477"/>
</p:tagLst>
</file>

<file path=ppt/tags/tag6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3477"/>
</p:tagLst>
</file>

<file path=ppt/tags/tag6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33477"/>
</p:tagLst>
</file>

<file path=ppt/tags/tag7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Calibri"/>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Аспект">
  <a:themeElements>
    <a:clrScheme name="Аспект">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Аспект">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Аспект">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TotalTime>
  <Words>349</Words>
  <Application>Microsoft Office PowerPoint</Application>
  <PresentationFormat>Широкоэкранный</PresentationFormat>
  <Paragraphs>23</Paragraphs>
  <Slides>14</Slides>
  <Notes>0</Notes>
  <HiddenSlides>0</HiddenSlides>
  <MMClips>0</MMClips>
  <ScaleCrop>false</ScaleCrop>
  <HeadingPairs>
    <vt:vector size="6" baseType="variant">
      <vt:variant>
        <vt:lpstr>Использованные шрифты</vt:lpstr>
      </vt:variant>
      <vt:variant>
        <vt:i4>6</vt:i4>
      </vt:variant>
      <vt:variant>
        <vt:lpstr>Тема</vt:lpstr>
      </vt:variant>
      <vt:variant>
        <vt:i4>2</vt:i4>
      </vt:variant>
      <vt:variant>
        <vt:lpstr>Заголовки слайдов</vt:lpstr>
      </vt:variant>
      <vt:variant>
        <vt:i4>14</vt:i4>
      </vt:variant>
    </vt:vector>
  </HeadingPairs>
  <TitlesOfParts>
    <vt:vector size="22" baseType="lpstr">
      <vt:lpstr>微软雅黑</vt:lpstr>
      <vt:lpstr>Arial</vt:lpstr>
      <vt:lpstr>Calibri</vt:lpstr>
      <vt:lpstr>Calibri Light</vt:lpstr>
      <vt:lpstr>Trebuchet MS</vt:lpstr>
      <vt:lpstr>Wingdings 3</vt:lpstr>
      <vt:lpstr>Office Theme</vt:lpstr>
      <vt:lpstr>Аспект</vt:lpstr>
      <vt:lpstr>Учёт материалов и услуг для строительной фирмы</vt:lpstr>
      <vt:lpstr>Область применения системы</vt:lpstr>
      <vt:lpstr>Зачем нужна система</vt:lpstr>
      <vt:lpstr>Из чего состоит система</vt:lpstr>
      <vt:lpstr>Как работают приходные накладные</vt:lpstr>
      <vt:lpstr>Как работает документ оказание услуг</vt:lpstr>
      <vt:lpstr>Печатная форма для оказания услуг </vt:lpstr>
      <vt:lpstr>Печатная форма для приходных накладных</vt:lpstr>
      <vt:lpstr> Отчёты</vt:lpstr>
      <vt:lpstr> Отчёты</vt:lpstr>
      <vt:lpstr>Проверка запасов</vt:lpstr>
      <vt:lpstr>Кто и как работает в системе</vt:lpstr>
      <vt:lpstr>Кто и как работает в системе</vt:lpstr>
      <vt:lpstr> Заключение</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DX</dc:creator>
  <cp:lastModifiedBy>Цыбко Владимир Дмитриевич</cp:lastModifiedBy>
  <cp:revision>9</cp:revision>
  <dcterms:created xsi:type="dcterms:W3CDTF">2025-07-23T00:59:00Z</dcterms:created>
  <dcterms:modified xsi:type="dcterms:W3CDTF">2026-06-09T22:25:16Z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1049-12.1.0.26372</vt:lpwstr>
  </property>
  <property fmtid="{D5CDD505-2E9C-101B-9397-08002B2CF9AE}" pid="3" name="ICV">
    <vt:lpwstr>3B87C3CC50D149DFA5AB1CFD3B9416A9_11</vt:lpwstr>
  </property>
</Properties>
</file>